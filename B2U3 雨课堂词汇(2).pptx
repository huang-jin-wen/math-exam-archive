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5715000" cy="9144000" type="screen16x10"/>
  <p:notesSz cx="6858000" cy="9144000"/>
  <p:defaultTextStyle>
    <a:defPPr>
      <a:defRPr lang="zh-CN"/>
    </a:defPPr>
    <a:lvl1pPr marL="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1pPr>
    <a:lvl2pPr marL="35687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2pPr>
    <a:lvl3pPr marL="71310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3pPr>
    <a:lvl4pPr marL="106997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4pPr>
    <a:lvl5pPr marL="142621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6pPr>
    <a:lvl7pPr marL="213995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7pPr>
    <a:lvl8pPr marL="249618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8pPr>
    <a:lvl9pPr marL="285305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24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6080" rtl="0" eaLnBrk="1" latinLnBrk="0" hangingPunct="1">
        <a:lnSpc>
          <a:spcPct val="90000"/>
        </a:lnSpc>
        <a:spcBef>
          <a:spcPct val="0"/>
        </a:spcBef>
        <a:buNone/>
        <a:defRPr sz="18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520" indent="-96520" algn="l" defTabSz="386080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28956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48196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500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804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108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49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53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57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304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608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48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56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60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01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8.xml"/><Relationship Id="rId16" Type="http://schemas.openxmlformats.org/officeDocument/2006/relationships/image" Target="../media/image1.png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34.xml"/><Relationship Id="rId16" Type="http://schemas.openxmlformats.org/officeDocument/2006/relationships/image" Target="../media/image1.png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50.xml"/><Relationship Id="rId16" Type="http://schemas.openxmlformats.org/officeDocument/2006/relationships/image" Target="../media/image1.png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66.xml"/><Relationship Id="rId16" Type="http://schemas.openxmlformats.org/officeDocument/2006/relationships/image" Target="../media/image1.png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tags" Target="../tags/tag5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82.xml"/><Relationship Id="rId16" Type="http://schemas.openxmlformats.org/officeDocument/2006/relationships/image" Target="../media/image1.png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6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98.xml"/><Relationship Id="rId16" Type="http://schemas.openxmlformats.org/officeDocument/2006/relationships/image" Target="../media/image1.png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tags" Target="../tags/tag8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14.xml"/><Relationship Id="rId16" Type="http://schemas.openxmlformats.org/officeDocument/2006/relationships/image" Target="../media/image1.png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30.xml"/><Relationship Id="rId16" Type="http://schemas.openxmlformats.org/officeDocument/2006/relationships/image" Target="../media/image1.png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46.xml"/><Relationship Id="rId16" Type="http://schemas.openxmlformats.org/officeDocument/2006/relationships/image" Target="../media/image1.png"/><Relationship Id="rId15" Type="http://schemas.openxmlformats.org/officeDocument/2006/relationships/tags" Target="../tags/tag145.xml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tags" Target="../tags/tag13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62.xml"/><Relationship Id="rId16" Type="http://schemas.openxmlformats.org/officeDocument/2006/relationships/image" Target="../media/image1.png"/><Relationship Id="rId15" Type="http://schemas.openxmlformats.org/officeDocument/2006/relationships/tags" Target="../tags/tag161.xml"/><Relationship Id="rId14" Type="http://schemas.openxmlformats.org/officeDocument/2006/relationships/tags" Target="../tags/tag160.xml"/><Relationship Id="rId13" Type="http://schemas.openxmlformats.org/officeDocument/2006/relationships/tags" Target="../tags/tag159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tags" Target="../tags/tag14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78.xml"/><Relationship Id="rId16" Type="http://schemas.openxmlformats.org/officeDocument/2006/relationships/image" Target="../media/image1.png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94.xml"/><Relationship Id="rId16" Type="http://schemas.openxmlformats.org/officeDocument/2006/relationships/image" Target="../media/image1.png"/><Relationship Id="rId15" Type="http://schemas.openxmlformats.org/officeDocument/2006/relationships/tags" Target="../tags/tag193.xml"/><Relationship Id="rId14" Type="http://schemas.openxmlformats.org/officeDocument/2006/relationships/tags" Target="../tags/tag192.xml"/><Relationship Id="rId13" Type="http://schemas.openxmlformats.org/officeDocument/2006/relationships/tags" Target="../tags/tag191.xml"/><Relationship Id="rId12" Type="http://schemas.openxmlformats.org/officeDocument/2006/relationships/tags" Target="../tags/tag190.xml"/><Relationship Id="rId11" Type="http://schemas.openxmlformats.org/officeDocument/2006/relationships/tags" Target="../tags/tag189.xml"/><Relationship Id="rId10" Type="http://schemas.openxmlformats.org/officeDocument/2006/relationships/tags" Target="../tags/tag188.xml"/><Relationship Id="rId1" Type="http://schemas.openxmlformats.org/officeDocument/2006/relationships/tags" Target="../tags/tag17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03.xml"/><Relationship Id="rId8" Type="http://schemas.openxmlformats.org/officeDocument/2006/relationships/tags" Target="../tags/tag202.xml"/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10.xml"/><Relationship Id="rId16" Type="http://schemas.openxmlformats.org/officeDocument/2006/relationships/image" Target="../media/image1.png"/><Relationship Id="rId15" Type="http://schemas.openxmlformats.org/officeDocument/2006/relationships/tags" Target="../tags/tag209.xml"/><Relationship Id="rId14" Type="http://schemas.openxmlformats.org/officeDocument/2006/relationships/tags" Target="../tags/tag208.xml"/><Relationship Id="rId13" Type="http://schemas.openxmlformats.org/officeDocument/2006/relationships/tags" Target="../tags/tag207.xml"/><Relationship Id="rId12" Type="http://schemas.openxmlformats.org/officeDocument/2006/relationships/tags" Target="../tags/tag206.xml"/><Relationship Id="rId11" Type="http://schemas.openxmlformats.org/officeDocument/2006/relationships/tags" Target="../tags/tag205.xml"/><Relationship Id="rId10" Type="http://schemas.openxmlformats.org/officeDocument/2006/relationships/tags" Target="../tags/tag204.xml"/><Relationship Id="rId1" Type="http://schemas.openxmlformats.org/officeDocument/2006/relationships/tags" Target="../tags/tag19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26.xml"/><Relationship Id="rId16" Type="http://schemas.openxmlformats.org/officeDocument/2006/relationships/image" Target="../media/image1.png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42.xml"/><Relationship Id="rId16" Type="http://schemas.openxmlformats.org/officeDocument/2006/relationships/image" Target="../media/image1.png"/><Relationship Id="rId15" Type="http://schemas.openxmlformats.org/officeDocument/2006/relationships/tags" Target="../tags/tag241.xml"/><Relationship Id="rId14" Type="http://schemas.openxmlformats.org/officeDocument/2006/relationships/tags" Target="../tags/tag240.xml"/><Relationship Id="rId13" Type="http://schemas.openxmlformats.org/officeDocument/2006/relationships/tags" Target="../tags/tag239.xml"/><Relationship Id="rId12" Type="http://schemas.openxmlformats.org/officeDocument/2006/relationships/tags" Target="../tags/tag23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tags" Target="../tags/tag22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51.xml"/><Relationship Id="rId8" Type="http://schemas.openxmlformats.org/officeDocument/2006/relationships/tags" Target="../tags/tag250.xml"/><Relationship Id="rId7" Type="http://schemas.openxmlformats.org/officeDocument/2006/relationships/tags" Target="../tags/tag249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58.xml"/><Relationship Id="rId16" Type="http://schemas.openxmlformats.org/officeDocument/2006/relationships/image" Target="../media/image1.png"/><Relationship Id="rId15" Type="http://schemas.openxmlformats.org/officeDocument/2006/relationships/tags" Target="../tags/tag257.xml"/><Relationship Id="rId14" Type="http://schemas.openxmlformats.org/officeDocument/2006/relationships/tags" Target="../tags/tag256.xml"/><Relationship Id="rId13" Type="http://schemas.openxmlformats.org/officeDocument/2006/relationships/tags" Target="../tags/tag255.xml"/><Relationship Id="rId12" Type="http://schemas.openxmlformats.org/officeDocument/2006/relationships/tags" Target="../tags/tag254.xml"/><Relationship Id="rId11" Type="http://schemas.openxmlformats.org/officeDocument/2006/relationships/tags" Target="../tags/tag253.xml"/><Relationship Id="rId10" Type="http://schemas.openxmlformats.org/officeDocument/2006/relationships/tags" Target="../tags/tag252.xml"/><Relationship Id="rId1" Type="http://schemas.openxmlformats.org/officeDocument/2006/relationships/tags" Target="../tags/tag24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74.xml"/><Relationship Id="rId16" Type="http://schemas.openxmlformats.org/officeDocument/2006/relationships/image" Target="../media/image1.png"/><Relationship Id="rId15" Type="http://schemas.openxmlformats.org/officeDocument/2006/relationships/tags" Target="../tags/tag273.xml"/><Relationship Id="rId14" Type="http://schemas.openxmlformats.org/officeDocument/2006/relationships/tags" Target="../tags/tag272.xml"/><Relationship Id="rId13" Type="http://schemas.openxmlformats.org/officeDocument/2006/relationships/tags" Target="../tags/tag271.xml"/><Relationship Id="rId12" Type="http://schemas.openxmlformats.org/officeDocument/2006/relationships/tags" Target="../tags/tag270.xml"/><Relationship Id="rId11" Type="http://schemas.openxmlformats.org/officeDocument/2006/relationships/tags" Target="../tags/tag269.xml"/><Relationship Id="rId10" Type="http://schemas.openxmlformats.org/officeDocument/2006/relationships/tags" Target="../tags/tag268.xml"/><Relationship Id="rId1" Type="http://schemas.openxmlformats.org/officeDocument/2006/relationships/tags" Target="../tags/tag259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83.xml"/><Relationship Id="rId8" Type="http://schemas.openxmlformats.org/officeDocument/2006/relationships/tags" Target="../tags/tag282.xml"/><Relationship Id="rId7" Type="http://schemas.openxmlformats.org/officeDocument/2006/relationships/tags" Target="../tags/tag281.x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90.xml"/><Relationship Id="rId16" Type="http://schemas.openxmlformats.org/officeDocument/2006/relationships/image" Target="../media/image1.png"/><Relationship Id="rId15" Type="http://schemas.openxmlformats.org/officeDocument/2006/relationships/tags" Target="../tags/tag289.xml"/><Relationship Id="rId14" Type="http://schemas.openxmlformats.org/officeDocument/2006/relationships/tags" Target="../tags/tag288.xml"/><Relationship Id="rId13" Type="http://schemas.openxmlformats.org/officeDocument/2006/relationships/tags" Target="../tags/tag287.xml"/><Relationship Id="rId12" Type="http://schemas.openxmlformats.org/officeDocument/2006/relationships/tags" Target="../tags/tag286.xml"/><Relationship Id="rId11" Type="http://schemas.openxmlformats.org/officeDocument/2006/relationships/tags" Target="../tags/tag285.xml"/><Relationship Id="rId10" Type="http://schemas.openxmlformats.org/officeDocument/2006/relationships/tags" Target="../tags/tag284.xml"/><Relationship Id="rId1" Type="http://schemas.openxmlformats.org/officeDocument/2006/relationships/tags" Target="../tags/tag27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99.xml"/><Relationship Id="rId8" Type="http://schemas.openxmlformats.org/officeDocument/2006/relationships/tags" Target="../tags/tag298.xml"/><Relationship Id="rId7" Type="http://schemas.openxmlformats.org/officeDocument/2006/relationships/tags" Target="../tags/tag297.xml"/><Relationship Id="rId6" Type="http://schemas.openxmlformats.org/officeDocument/2006/relationships/tags" Target="../tags/tag296.xml"/><Relationship Id="rId5" Type="http://schemas.openxmlformats.org/officeDocument/2006/relationships/tags" Target="../tags/tag295.xml"/><Relationship Id="rId4" Type="http://schemas.openxmlformats.org/officeDocument/2006/relationships/tags" Target="../tags/tag294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306.xml"/><Relationship Id="rId16" Type="http://schemas.openxmlformats.org/officeDocument/2006/relationships/image" Target="../media/image1.png"/><Relationship Id="rId15" Type="http://schemas.openxmlformats.org/officeDocument/2006/relationships/tags" Target="../tags/tag305.xml"/><Relationship Id="rId14" Type="http://schemas.openxmlformats.org/officeDocument/2006/relationships/tags" Target="../tags/tag304.xml"/><Relationship Id="rId13" Type="http://schemas.openxmlformats.org/officeDocument/2006/relationships/tags" Target="../tags/tag303.xml"/><Relationship Id="rId12" Type="http://schemas.openxmlformats.org/officeDocument/2006/relationships/tags" Target="../tags/tag302.xml"/><Relationship Id="rId11" Type="http://schemas.openxmlformats.org/officeDocument/2006/relationships/tags" Target="../tags/tag301.xml"/><Relationship Id="rId10" Type="http://schemas.openxmlformats.org/officeDocument/2006/relationships/tags" Target="../tags/tag300.xml"/><Relationship Id="rId1" Type="http://schemas.openxmlformats.org/officeDocument/2006/relationships/tags" Target="../tags/tag29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15.xml"/><Relationship Id="rId8" Type="http://schemas.openxmlformats.org/officeDocument/2006/relationships/tags" Target="../tags/tag314.xml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322.xml"/><Relationship Id="rId16" Type="http://schemas.openxmlformats.org/officeDocument/2006/relationships/image" Target="../media/image1.png"/><Relationship Id="rId15" Type="http://schemas.openxmlformats.org/officeDocument/2006/relationships/tags" Target="../tags/tag321.xml"/><Relationship Id="rId14" Type="http://schemas.openxmlformats.org/officeDocument/2006/relationships/tags" Target="../tags/tag320.xml"/><Relationship Id="rId13" Type="http://schemas.openxmlformats.org/officeDocument/2006/relationships/tags" Target="../tags/tag319.xml"/><Relationship Id="rId12" Type="http://schemas.openxmlformats.org/officeDocument/2006/relationships/tags" Target="../tags/tag318.xml"/><Relationship Id="rId11" Type="http://schemas.openxmlformats.org/officeDocument/2006/relationships/tags" Target="../tags/tag317.xml"/><Relationship Id="rId10" Type="http://schemas.openxmlformats.org/officeDocument/2006/relationships/tags" Target="../tags/tag316.xml"/><Relationship Id="rId1" Type="http://schemas.openxmlformats.org/officeDocument/2006/relationships/tags" Target="../tags/tag30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31.xml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338.xml"/><Relationship Id="rId16" Type="http://schemas.openxmlformats.org/officeDocument/2006/relationships/image" Target="../media/image1.png"/><Relationship Id="rId15" Type="http://schemas.openxmlformats.org/officeDocument/2006/relationships/tags" Target="../tags/tag337.xml"/><Relationship Id="rId14" Type="http://schemas.openxmlformats.org/officeDocument/2006/relationships/tags" Target="../tags/tag336.xml"/><Relationship Id="rId13" Type="http://schemas.openxmlformats.org/officeDocument/2006/relationships/tags" Target="../tags/tag335.xml"/><Relationship Id="rId12" Type="http://schemas.openxmlformats.org/officeDocument/2006/relationships/tags" Target="../tags/tag334.xml"/><Relationship Id="rId11" Type="http://schemas.openxmlformats.org/officeDocument/2006/relationships/tags" Target="../tags/tag333.xml"/><Relationship Id="rId10" Type="http://schemas.openxmlformats.org/officeDocument/2006/relationships/tags" Target="../tags/tag332.xml"/><Relationship Id="rId1" Type="http://schemas.openxmlformats.org/officeDocument/2006/relationships/tags" Target="../tags/tag323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tags" Target="../tags/tag346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354.xml"/><Relationship Id="rId16" Type="http://schemas.openxmlformats.org/officeDocument/2006/relationships/image" Target="../media/image1.png"/><Relationship Id="rId15" Type="http://schemas.openxmlformats.org/officeDocument/2006/relationships/tags" Target="../tags/tag353.xml"/><Relationship Id="rId14" Type="http://schemas.openxmlformats.org/officeDocument/2006/relationships/tags" Target="../tags/tag352.xml"/><Relationship Id="rId13" Type="http://schemas.openxmlformats.org/officeDocument/2006/relationships/tags" Target="../tags/tag351.xml"/><Relationship Id="rId12" Type="http://schemas.openxmlformats.org/officeDocument/2006/relationships/tags" Target="../tags/tag350.xml"/><Relationship Id="rId11" Type="http://schemas.openxmlformats.org/officeDocument/2006/relationships/tags" Target="../tags/tag349.xml"/><Relationship Id="rId10" Type="http://schemas.openxmlformats.org/officeDocument/2006/relationships/tags" Target="../tags/tag348.xml"/><Relationship Id="rId1" Type="http://schemas.openxmlformats.org/officeDocument/2006/relationships/tags" Target="../tags/tag339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363.xml"/><Relationship Id="rId8" Type="http://schemas.openxmlformats.org/officeDocument/2006/relationships/tags" Target="../tags/tag362.xml"/><Relationship Id="rId7" Type="http://schemas.openxmlformats.org/officeDocument/2006/relationships/tags" Target="../tags/tag361.xm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370.xml"/><Relationship Id="rId16" Type="http://schemas.openxmlformats.org/officeDocument/2006/relationships/image" Target="../media/image1.png"/><Relationship Id="rId15" Type="http://schemas.openxmlformats.org/officeDocument/2006/relationships/tags" Target="../tags/tag369.xml"/><Relationship Id="rId14" Type="http://schemas.openxmlformats.org/officeDocument/2006/relationships/tags" Target="../tags/tag368.xml"/><Relationship Id="rId13" Type="http://schemas.openxmlformats.org/officeDocument/2006/relationships/tags" Target="../tags/tag367.xml"/><Relationship Id="rId12" Type="http://schemas.openxmlformats.org/officeDocument/2006/relationships/tags" Target="../tags/tag366.xml"/><Relationship Id="rId11" Type="http://schemas.openxmlformats.org/officeDocument/2006/relationships/tags" Target="../tags/tag365.xml"/><Relationship Id="rId10" Type="http://schemas.openxmlformats.org/officeDocument/2006/relationships/tags" Target="../tags/tag364.xml"/><Relationship Id="rId1" Type="http://schemas.openxmlformats.org/officeDocument/2006/relationships/tags" Target="../tags/tag355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79.xml"/><Relationship Id="rId8" Type="http://schemas.openxmlformats.org/officeDocument/2006/relationships/tags" Target="../tags/tag378.xml"/><Relationship Id="rId7" Type="http://schemas.openxmlformats.org/officeDocument/2006/relationships/tags" Target="../tags/tag377.xml"/><Relationship Id="rId6" Type="http://schemas.openxmlformats.org/officeDocument/2006/relationships/tags" Target="../tags/tag376.xml"/><Relationship Id="rId5" Type="http://schemas.openxmlformats.org/officeDocument/2006/relationships/tags" Target="../tags/tag375.xml"/><Relationship Id="rId4" Type="http://schemas.openxmlformats.org/officeDocument/2006/relationships/tags" Target="../tags/tag374.xml"/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386.xml"/><Relationship Id="rId16" Type="http://schemas.openxmlformats.org/officeDocument/2006/relationships/image" Target="../media/image1.png"/><Relationship Id="rId15" Type="http://schemas.openxmlformats.org/officeDocument/2006/relationships/tags" Target="../tags/tag385.xml"/><Relationship Id="rId14" Type="http://schemas.openxmlformats.org/officeDocument/2006/relationships/tags" Target="../tags/tag384.xml"/><Relationship Id="rId13" Type="http://schemas.openxmlformats.org/officeDocument/2006/relationships/tags" Target="../tags/tag383.xml"/><Relationship Id="rId12" Type="http://schemas.openxmlformats.org/officeDocument/2006/relationships/tags" Target="../tags/tag382.xml"/><Relationship Id="rId11" Type="http://schemas.openxmlformats.org/officeDocument/2006/relationships/tags" Target="../tags/tag381.xml"/><Relationship Id="rId10" Type="http://schemas.openxmlformats.org/officeDocument/2006/relationships/tags" Target="../tags/tag380.xml"/><Relationship Id="rId1" Type="http://schemas.openxmlformats.org/officeDocument/2006/relationships/tags" Target="../tags/tag37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395.xml"/><Relationship Id="rId8" Type="http://schemas.openxmlformats.org/officeDocument/2006/relationships/tags" Target="../tags/tag394.xml"/><Relationship Id="rId7" Type="http://schemas.openxmlformats.org/officeDocument/2006/relationships/tags" Target="../tags/tag393.xml"/><Relationship Id="rId6" Type="http://schemas.openxmlformats.org/officeDocument/2006/relationships/tags" Target="../tags/tag392.xml"/><Relationship Id="rId5" Type="http://schemas.openxmlformats.org/officeDocument/2006/relationships/tags" Target="../tags/tag391.xml"/><Relationship Id="rId4" Type="http://schemas.openxmlformats.org/officeDocument/2006/relationships/tags" Target="../tags/tag390.xml"/><Relationship Id="rId3" Type="http://schemas.openxmlformats.org/officeDocument/2006/relationships/tags" Target="../tags/tag389.xml"/><Relationship Id="rId2" Type="http://schemas.openxmlformats.org/officeDocument/2006/relationships/tags" Target="../tags/tag388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402.xml"/><Relationship Id="rId16" Type="http://schemas.openxmlformats.org/officeDocument/2006/relationships/image" Target="../media/image1.png"/><Relationship Id="rId15" Type="http://schemas.openxmlformats.org/officeDocument/2006/relationships/tags" Target="../tags/tag401.xml"/><Relationship Id="rId14" Type="http://schemas.openxmlformats.org/officeDocument/2006/relationships/tags" Target="../tags/tag400.xml"/><Relationship Id="rId13" Type="http://schemas.openxmlformats.org/officeDocument/2006/relationships/tags" Target="../tags/tag399.xml"/><Relationship Id="rId12" Type="http://schemas.openxmlformats.org/officeDocument/2006/relationships/tags" Target="../tags/tag398.xml"/><Relationship Id="rId11" Type="http://schemas.openxmlformats.org/officeDocument/2006/relationships/tags" Target="../tags/tag397.xml"/><Relationship Id="rId10" Type="http://schemas.openxmlformats.org/officeDocument/2006/relationships/tags" Target="../tags/tag396.xml"/><Relationship Id="rId1" Type="http://schemas.openxmlformats.org/officeDocument/2006/relationships/tags" Target="../tags/tag387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411.xml"/><Relationship Id="rId8" Type="http://schemas.openxmlformats.org/officeDocument/2006/relationships/tags" Target="../tags/tag410.xml"/><Relationship Id="rId7" Type="http://schemas.openxmlformats.org/officeDocument/2006/relationships/tags" Target="../tags/tag409.xml"/><Relationship Id="rId6" Type="http://schemas.openxmlformats.org/officeDocument/2006/relationships/tags" Target="../tags/tag408.xml"/><Relationship Id="rId5" Type="http://schemas.openxmlformats.org/officeDocument/2006/relationships/tags" Target="../tags/tag407.xml"/><Relationship Id="rId4" Type="http://schemas.openxmlformats.org/officeDocument/2006/relationships/tags" Target="../tags/tag406.xml"/><Relationship Id="rId3" Type="http://schemas.openxmlformats.org/officeDocument/2006/relationships/tags" Target="../tags/tag405.xml"/><Relationship Id="rId2" Type="http://schemas.openxmlformats.org/officeDocument/2006/relationships/tags" Target="../tags/tag404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418.xml"/><Relationship Id="rId16" Type="http://schemas.openxmlformats.org/officeDocument/2006/relationships/image" Target="../media/image1.png"/><Relationship Id="rId15" Type="http://schemas.openxmlformats.org/officeDocument/2006/relationships/tags" Target="../tags/tag417.xml"/><Relationship Id="rId14" Type="http://schemas.openxmlformats.org/officeDocument/2006/relationships/tags" Target="../tags/tag416.xml"/><Relationship Id="rId13" Type="http://schemas.openxmlformats.org/officeDocument/2006/relationships/tags" Target="../tags/tag415.xml"/><Relationship Id="rId12" Type="http://schemas.openxmlformats.org/officeDocument/2006/relationships/tags" Target="../tags/tag414.xml"/><Relationship Id="rId11" Type="http://schemas.openxmlformats.org/officeDocument/2006/relationships/tags" Target="../tags/tag413.xml"/><Relationship Id="rId10" Type="http://schemas.openxmlformats.org/officeDocument/2006/relationships/tags" Target="../tags/tag412.xml"/><Relationship Id="rId1" Type="http://schemas.openxmlformats.org/officeDocument/2006/relationships/tags" Target="../tags/tag403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427.xml"/><Relationship Id="rId8" Type="http://schemas.openxmlformats.org/officeDocument/2006/relationships/tags" Target="../tags/tag426.xml"/><Relationship Id="rId7" Type="http://schemas.openxmlformats.org/officeDocument/2006/relationships/tags" Target="../tags/tag425.xml"/><Relationship Id="rId6" Type="http://schemas.openxmlformats.org/officeDocument/2006/relationships/tags" Target="../tags/tag424.xml"/><Relationship Id="rId5" Type="http://schemas.openxmlformats.org/officeDocument/2006/relationships/tags" Target="../tags/tag423.xml"/><Relationship Id="rId4" Type="http://schemas.openxmlformats.org/officeDocument/2006/relationships/tags" Target="../tags/tag422.xml"/><Relationship Id="rId3" Type="http://schemas.openxmlformats.org/officeDocument/2006/relationships/tags" Target="../tags/tag421.xml"/><Relationship Id="rId2" Type="http://schemas.openxmlformats.org/officeDocument/2006/relationships/tags" Target="../tags/tag420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434.xml"/><Relationship Id="rId16" Type="http://schemas.openxmlformats.org/officeDocument/2006/relationships/image" Target="../media/image1.png"/><Relationship Id="rId15" Type="http://schemas.openxmlformats.org/officeDocument/2006/relationships/tags" Target="../tags/tag433.xml"/><Relationship Id="rId14" Type="http://schemas.openxmlformats.org/officeDocument/2006/relationships/tags" Target="../tags/tag432.xml"/><Relationship Id="rId13" Type="http://schemas.openxmlformats.org/officeDocument/2006/relationships/tags" Target="../tags/tag431.xml"/><Relationship Id="rId12" Type="http://schemas.openxmlformats.org/officeDocument/2006/relationships/tags" Target="../tags/tag430.xml"/><Relationship Id="rId11" Type="http://schemas.openxmlformats.org/officeDocument/2006/relationships/tags" Target="../tags/tag429.xml"/><Relationship Id="rId10" Type="http://schemas.openxmlformats.org/officeDocument/2006/relationships/tags" Target="../tags/tag428.xml"/><Relationship Id="rId1" Type="http://schemas.openxmlformats.org/officeDocument/2006/relationships/tags" Target="../tags/tag419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443.xml"/><Relationship Id="rId8" Type="http://schemas.openxmlformats.org/officeDocument/2006/relationships/tags" Target="../tags/tag442.xml"/><Relationship Id="rId7" Type="http://schemas.openxmlformats.org/officeDocument/2006/relationships/tags" Target="../tags/tag441.xml"/><Relationship Id="rId6" Type="http://schemas.openxmlformats.org/officeDocument/2006/relationships/tags" Target="../tags/tag440.xml"/><Relationship Id="rId5" Type="http://schemas.openxmlformats.org/officeDocument/2006/relationships/tags" Target="../tags/tag439.xml"/><Relationship Id="rId4" Type="http://schemas.openxmlformats.org/officeDocument/2006/relationships/tags" Target="../tags/tag438.xml"/><Relationship Id="rId3" Type="http://schemas.openxmlformats.org/officeDocument/2006/relationships/tags" Target="../tags/tag437.xml"/><Relationship Id="rId2" Type="http://schemas.openxmlformats.org/officeDocument/2006/relationships/tags" Target="../tags/tag436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450.xml"/><Relationship Id="rId16" Type="http://schemas.openxmlformats.org/officeDocument/2006/relationships/image" Target="../media/image1.png"/><Relationship Id="rId15" Type="http://schemas.openxmlformats.org/officeDocument/2006/relationships/tags" Target="../tags/tag449.xml"/><Relationship Id="rId14" Type="http://schemas.openxmlformats.org/officeDocument/2006/relationships/tags" Target="../tags/tag448.xml"/><Relationship Id="rId13" Type="http://schemas.openxmlformats.org/officeDocument/2006/relationships/tags" Target="../tags/tag447.xml"/><Relationship Id="rId12" Type="http://schemas.openxmlformats.org/officeDocument/2006/relationships/tags" Target="../tags/tag446.xml"/><Relationship Id="rId11" Type="http://schemas.openxmlformats.org/officeDocument/2006/relationships/tags" Target="../tags/tag445.xml"/><Relationship Id="rId10" Type="http://schemas.openxmlformats.org/officeDocument/2006/relationships/tags" Target="../tags/tag444.xml"/><Relationship Id="rId1" Type="http://schemas.openxmlformats.org/officeDocument/2006/relationships/tags" Target="../tags/tag435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459.xml"/><Relationship Id="rId8" Type="http://schemas.openxmlformats.org/officeDocument/2006/relationships/tags" Target="../tags/tag458.xml"/><Relationship Id="rId7" Type="http://schemas.openxmlformats.org/officeDocument/2006/relationships/tags" Target="../tags/tag457.xml"/><Relationship Id="rId6" Type="http://schemas.openxmlformats.org/officeDocument/2006/relationships/tags" Target="../tags/tag456.xml"/><Relationship Id="rId5" Type="http://schemas.openxmlformats.org/officeDocument/2006/relationships/tags" Target="../tags/tag455.xml"/><Relationship Id="rId4" Type="http://schemas.openxmlformats.org/officeDocument/2006/relationships/tags" Target="../tags/tag454.xml"/><Relationship Id="rId3" Type="http://schemas.openxmlformats.org/officeDocument/2006/relationships/tags" Target="../tags/tag453.xml"/><Relationship Id="rId2" Type="http://schemas.openxmlformats.org/officeDocument/2006/relationships/tags" Target="../tags/tag45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466.xml"/><Relationship Id="rId16" Type="http://schemas.openxmlformats.org/officeDocument/2006/relationships/image" Target="../media/image1.png"/><Relationship Id="rId15" Type="http://schemas.openxmlformats.org/officeDocument/2006/relationships/tags" Target="../tags/tag465.xml"/><Relationship Id="rId14" Type="http://schemas.openxmlformats.org/officeDocument/2006/relationships/tags" Target="../tags/tag464.xml"/><Relationship Id="rId13" Type="http://schemas.openxmlformats.org/officeDocument/2006/relationships/tags" Target="../tags/tag463.xml"/><Relationship Id="rId12" Type="http://schemas.openxmlformats.org/officeDocument/2006/relationships/tags" Target="../tags/tag462.xml"/><Relationship Id="rId11" Type="http://schemas.openxmlformats.org/officeDocument/2006/relationships/tags" Target="../tags/tag461.xml"/><Relationship Id="rId10" Type="http://schemas.openxmlformats.org/officeDocument/2006/relationships/tags" Target="../tags/tag460.xml"/><Relationship Id="rId1" Type="http://schemas.openxmlformats.org/officeDocument/2006/relationships/tags" Target="../tags/tag45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475.xml"/><Relationship Id="rId8" Type="http://schemas.openxmlformats.org/officeDocument/2006/relationships/tags" Target="../tags/tag474.xml"/><Relationship Id="rId7" Type="http://schemas.openxmlformats.org/officeDocument/2006/relationships/tags" Target="../tags/tag473.xml"/><Relationship Id="rId6" Type="http://schemas.openxmlformats.org/officeDocument/2006/relationships/tags" Target="../tags/tag472.xml"/><Relationship Id="rId5" Type="http://schemas.openxmlformats.org/officeDocument/2006/relationships/tags" Target="../tags/tag471.xml"/><Relationship Id="rId4" Type="http://schemas.openxmlformats.org/officeDocument/2006/relationships/tags" Target="../tags/tag470.xml"/><Relationship Id="rId3" Type="http://schemas.openxmlformats.org/officeDocument/2006/relationships/tags" Target="../tags/tag469.xml"/><Relationship Id="rId2" Type="http://schemas.openxmlformats.org/officeDocument/2006/relationships/tags" Target="../tags/tag468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482.xml"/><Relationship Id="rId16" Type="http://schemas.openxmlformats.org/officeDocument/2006/relationships/image" Target="../media/image1.png"/><Relationship Id="rId15" Type="http://schemas.openxmlformats.org/officeDocument/2006/relationships/tags" Target="../tags/tag481.xml"/><Relationship Id="rId14" Type="http://schemas.openxmlformats.org/officeDocument/2006/relationships/tags" Target="../tags/tag480.xml"/><Relationship Id="rId13" Type="http://schemas.openxmlformats.org/officeDocument/2006/relationships/tags" Target="../tags/tag479.xml"/><Relationship Id="rId12" Type="http://schemas.openxmlformats.org/officeDocument/2006/relationships/tags" Target="../tags/tag478.xml"/><Relationship Id="rId11" Type="http://schemas.openxmlformats.org/officeDocument/2006/relationships/tags" Target="../tags/tag477.xml"/><Relationship Id="rId10" Type="http://schemas.openxmlformats.org/officeDocument/2006/relationships/tags" Target="../tags/tag476.xml"/><Relationship Id="rId1" Type="http://schemas.openxmlformats.org/officeDocument/2006/relationships/tags" Target="../tags/tag4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B2U3 </a:t>
            </a:r>
            <a:r>
              <a:rPr lang="zh-CN" altLang="en-US" b="1" dirty="0"/>
              <a:t>词汇练习</a:t>
            </a:r>
            <a:endParaRPr lang="zh-CN" altLang="en-US" b="1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30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571500" y="829310"/>
            <a:ext cx="4543806" cy="24688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 In daily life, we often __________ that our parents will always be there to support us, forgetting to cherish their presence until it is too late.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30257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take it as granted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31400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take it for granted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336391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take it with granted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29813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take it in granted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296093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 The research team decided to __________ a series of complex experiments to verify the hypothesis that had been proposed by their distinguished professor.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80054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condense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62591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conduce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5608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conduct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49510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confirm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829310"/>
            <a:ext cx="4572000" cy="24688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 Having spent three decades in this peaceful coastal town, the old fisherman __________ waking up before dawn to set out on the calm sea.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2403094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is adjusted to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260946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is dedicated to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2422144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is addicted to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295236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is accustomed to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572000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4. The most striking __________ of this smartwatch is its extended battery life, which allows users to operate the device for several days without recharging.</a:t>
            </a:r>
            <a:endParaRPr lang="zh-CN" altLang="en-US" sz="2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64757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furniture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23228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future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39896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feature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50215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fracture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6844" y="814408"/>
            <a:ext cx="4523014" cy="256993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5. </a:t>
            </a:r>
            <a:r>
              <a:rPr lang="en-US" altLang="zh-CN" sz="2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When describing his adventurous journey through the Amazon rainforest, he tended to __________ the dangers he encountered in order to make the story more thrilling.</a:t>
            </a:r>
            <a:endParaRPr lang="zh-CN" altLang="en-US" sz="2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204228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exaggerate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60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examine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495044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execute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5976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evaluate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491927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6. Faced with the harsh criticism from the public, the manager simply __________ his shoulders and claimed that he was not responsible for the company’s failure.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7630"/>
            <a:ext cx="1414653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sank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0630"/>
            <a:ext cx="1828800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shrugged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3630"/>
            <a:ext cx="1232218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shrank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6630"/>
            <a:ext cx="2243455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shrieked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785378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7. The human resources department aims to __________ talented graduates from top universities who possess both professional skills and a strong sense of responsibility.</a:t>
            </a:r>
            <a:endParaRPr lang="zh-CN" altLang="en-US" sz="25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465644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request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399032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require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421194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reclaim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29260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recruit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572000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8. To complete this challenging project, one must __________ through numerous difficulties and remain focused on the final goal without being easily discouraged.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63823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preserve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813624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persevere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59848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perceive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49752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prepare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829310"/>
            <a:ext cx="4572000" cy="24688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9. It is remarkable how the ancient structure has managed to __________ centuries of wars, natural disasters, and the relentless test of time in this region.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39420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endure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33546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ensure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35286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endow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17671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enroll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785378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10. The company’s financial report revealed some __________ problems, such as inefficient management and outdated production processes, which required immediate reform.</a:t>
            </a:r>
            <a:endParaRPr lang="zh-CN" altLang="en-US" sz="25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59988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informal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540002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external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37331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eternal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476502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internal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829310"/>
            <a:ext cx="4572000" cy="24688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11. The professor decided to __________ each student a specific topic for the final paper, ensuring that a wide range of subjects would be thoroughly explored.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33381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design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243394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resign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27031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assign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65449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combine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432300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12. The professor emphasized that the ancient manuscript was a/an __________ cultural treasure, providing irreplaceable insights into the history of medieval literature.</a:t>
            </a:r>
            <a:endParaRPr lang="zh-CN" altLang="en-US" sz="2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30670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valued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68770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valueless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87979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invaluable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80200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invariable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463542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13. While innovative ideas are important, sometimes __________ methods that have been proven effective over time can still yield satisfactory results in business.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231279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conventional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257238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conversational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230733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controversial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20497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conditional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369372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14. Before embarking on the long journey, we must ensure that we have __________ food, water, and medical supplies to cope with any unexpected emergencies.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78301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proficient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6465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deficient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54971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efficient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71799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sufficient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506151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15. He decided to accept the demanding job __________ financial stability, believing that the high salary would eventually compensate for the heavy workload.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255054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for the sake of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248704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by the sake of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251402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on the sake of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277437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with the sake of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503103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16. Regular __________ exercise not only strengthens the body but also enhances mental resilience, helping individuals better cope with daily stress and anxiety.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89268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humorous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96253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dangerous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60058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rigorous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64820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vigorous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829310"/>
            <a:ext cx="4517454" cy="24688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17. The journalist was praised for his strong work __________, as he refused to disclose his confidential sources even when faced with legal threats.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249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ethnic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04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ethic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9321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epic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25761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epoch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778783"/>
            <a:ext cx="4572000" cy="256993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18. Some prominent economists have argued that the boom of the housing market in the early 2000s ______ a surge in consumer spending during the same historical period.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7154"/>
            <a:ext cx="1837706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paralyzed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0154"/>
            <a:ext cx="2277094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paraphrased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3154"/>
            <a:ext cx="2277094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parallelled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6154"/>
            <a:ext cx="2193966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paraded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192461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19. The museum plans to __________ a collection of contemporary artworks that reflect the social changes and cultural diversity of the past few decades.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53390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prohibit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37826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inhabit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34651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exhibit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28301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inhibit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444556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20. The success of the community project relied heavily on __________ effort, as every member contributed their unique skills and worked toward a shared objective.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750822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collective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62858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selective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87312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respective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617472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effective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568381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21. Despite numerous failed attempts, the young scientist decided to __________ in his research, believing that perseverance would eventually lead to a breakthrough.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103694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resist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08616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insist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32194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persist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3735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consist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785378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22. The sudden announcement of the company’s bankruptcy __________ the entire industry, as no one had anticipated such a dramatic collapse of the giant corporation.</a:t>
            </a:r>
            <a:endParaRPr lang="zh-CN" altLang="en-US" sz="25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970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sank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0154"/>
            <a:ext cx="2122714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shrank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02584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stank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6154"/>
            <a:ext cx="1714500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stunned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829310"/>
            <a:ext cx="4572000" cy="24688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23. To expand its market share, the startup needs to __________ the vast potential of social media platforms to effectively reach younger consumers.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30841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tap on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1861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tap in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51523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tap into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58889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tap over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572000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24. Despite facing numerous setbacks, the young athlete continued to __________ excellence, training relentlessly with the hope of winning an Olympic medal.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8984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strive with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55441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strive to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2366772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strive against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674622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strive for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330891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25. The emotional speech delivered by the veteran soldier managed to __________ a deep sense of patriotism and gratitude among all the audience members present.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0532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steer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76866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stir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046544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stare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0501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stem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369118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26. Using colorful metaphors and vivid descriptions, the skilled author can __________ a fascinating story that captivates readers from the very first page.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08248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wave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268032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weave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3154"/>
            <a:ext cx="1445821" cy="4924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waive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12566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weep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778783"/>
            <a:ext cx="4226243" cy="2569934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27. A good leader should be able to __________ his team members by recognizing their achievements and providing meaningful opportunities for professional growth.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66592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motivate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62274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mobilize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71481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minimize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5041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migrate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406583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28. One of the primary goals of the educational reform is to __________ talented teachers by offering them competitive salaries and a supportive working environment.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45446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contain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18141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attain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18465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retain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27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detain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829310"/>
            <a:ext cx="4564253" cy="24688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29. In order to solve the complex problem, we need to be __________ and creative, finding innovative ways to utilize the limited resources available to us.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209588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respectable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87312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respective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203244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resourceful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83235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respectful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71500" y="955754"/>
            <a:ext cx="4572000" cy="221599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30. Through careful observation and analysis, we can __________ subtle changes in consumer behavior that often indicate emerging trends in the market.</a:t>
            </a:r>
            <a:endParaRPr lang="zh-CN" altLang="en-US" sz="23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143000" y="3899535"/>
            <a:ext cx="1477772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deceive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143000" y="5042535"/>
            <a:ext cx="138734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receive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43000" y="6185535"/>
            <a:ext cx="16571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conceive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143000" y="7328535"/>
            <a:ext cx="159848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perceive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APER" val="PaperScore"/>
</p:tagLst>
</file>

<file path=ppt/tags/tag2.xml><?xml version="1.0" encoding="utf-8"?>
<p:tagLst xmlns:p="http://schemas.openxmlformats.org/presentationml/2006/main">
  <p:tag name="RAINPAPER" val="PaperTitle"/>
</p:tagLst>
</file>

<file path=ppt/tags/tag3.xml><?xml version="1.0" encoding="utf-8"?>
<p:tagLst xmlns:p="http://schemas.openxmlformats.org/presentationml/2006/main">
  <p:tag name="RAINPROBLEM" val="ProblemBody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p="http://schemas.openxmlformats.org/presentationml/2006/main">
  <p:tag name="RAINPROBLEM" val="ProblemItem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p="http://schemas.openxmlformats.org/presentationml/2006/main">
  <p:tag name="RAINPROBLEM" val="ProblemItem"/>
</p:tagLst>
</file>

<file path=ppt/tags/tag1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p="http://schemas.openxmlformats.org/presentationml/2006/main">
  <p:tag name="RAINPROBLEM" val="MultipleChoice"/>
  <p:tag name="PROBLEMSCORE" val="1.0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p="http://schemas.openxmlformats.org/presentationml/2006/main">
  <p:tag name="RAINPROBLEM" val="ProblemItem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p="http://schemas.openxmlformats.org/presentationml/2006/main">
  <p:tag name="RAINPROBLEM" val="ProblemItem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" val="ProblemSetting"/>
  <p:tag name="RAINPROBLEMTYPE" val="MultipleChoice"/>
</p:tagLst>
</file>

<file path=ppt/tags/tag34.xml><?xml version="1.0" encoding="utf-8"?>
<p:tagLst xmlns:p="http://schemas.openxmlformats.org/presentationml/2006/main">
  <p:tag name="RAINPROBLEM" val="MultipleChoice"/>
  <p:tag name="PROBLEMSCORE" val="1.0"/>
</p:tagLst>
</file>

<file path=ppt/tags/tag35.xml><?xml version="1.0" encoding="utf-8"?>
<p:tagLst xmlns:p="http://schemas.openxmlformats.org/presentationml/2006/main">
  <p:tag name="RAINPROBLEM" val="ProblemBody"/>
</p:tagLst>
</file>

<file path=ppt/tags/tag36.xml><?xml version="1.0" encoding="utf-8"?>
<p:tagLst xmlns:p="http://schemas.openxmlformats.org/presentationml/2006/main">
  <p:tag name="RAINPROBLEM" val="ProblemItem"/>
</p:tagLst>
</file>

<file path=ppt/tags/tag3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0.xml><?xml version="1.0" encoding="utf-8"?>
<p:tagLst xmlns:p="http://schemas.openxmlformats.org/presentationml/2006/main">
  <p:tag name="RAINPROBLEM" val="ProblemItem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p="http://schemas.openxmlformats.org/presentationml/2006/main">
  <p:tag name="RAINPROBLEM" val="ProblemItem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p="http://schemas.openxmlformats.org/presentationml/2006/main">
  <p:tag name="RAINPROBLEMTYPE" val="ProblemTypeMarker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" val="ProblemSetting"/>
  <p:tag name="RAINPROBLEMTYPE" val="MultipleChoice"/>
</p:tagLst>
</file>

<file path=ppt/tags/tag50.xml><?xml version="1.0" encoding="utf-8"?>
<p:tagLst xmlns:p="http://schemas.openxmlformats.org/presentationml/2006/main">
  <p:tag name="RAINPROBLEM" val="MultipleChoice"/>
  <p:tag name="PROBLEMSCORE" val="1.0"/>
</p:tagLst>
</file>

<file path=ppt/tags/tag51.xml><?xml version="1.0" encoding="utf-8"?>
<p:tagLst xmlns:p="http://schemas.openxmlformats.org/presentationml/2006/main">
  <p:tag name="RAINPROBLEM" val="ProblemBody"/>
</p:tagLst>
</file>

<file path=ppt/tags/tag52.xml><?xml version="1.0" encoding="utf-8"?>
<p:tagLst xmlns:p="http://schemas.openxmlformats.org/presentationml/2006/main">
  <p:tag name="RAINPROBLEM" val="ProblemItem"/>
</p:tagLst>
</file>

<file path=ppt/tags/tag5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8.xml><?xml version="1.0" encoding="utf-8"?>
<p:tagLst xmlns:p="http://schemas.openxmlformats.org/presentationml/2006/main">
  <p:tag name="RAINPROBLEM" val="ProblemItem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TYPE" val="ProblemTypeMarker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" val="ProblemSetting"/>
  <p:tag name="RAINPROBLEMTYPE" val="MultipleChoice"/>
</p:tagLst>
</file>

<file path=ppt/tags/tag66.xml><?xml version="1.0" encoding="utf-8"?>
<p:tagLst xmlns:p="http://schemas.openxmlformats.org/presentationml/2006/main">
  <p:tag name="RAINPROBLEM" val="MultipleChoice"/>
  <p:tag name="PROBLEMSCORE" val="1.0"/>
</p:tagLst>
</file>

<file path=ppt/tags/tag67.xml><?xml version="1.0" encoding="utf-8"?>
<p:tagLst xmlns:p="http://schemas.openxmlformats.org/presentationml/2006/main">
  <p:tag name="RAINPROBLEM" val="ProblemBody"/>
</p:tagLst>
</file>

<file path=ppt/tags/tag68.xml><?xml version="1.0" encoding="utf-8"?>
<p:tagLst xmlns:p="http://schemas.openxmlformats.org/presentationml/2006/main">
  <p:tag name="RAINPROBLEM" val="ProblemItem"/>
</p:tagLst>
</file>

<file path=ppt/tags/tag6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0.xml><?xml version="1.0" encoding="utf-8"?>
<p:tagLst xmlns:p="http://schemas.openxmlformats.org/presentationml/2006/main">
  <p:tag name="RAINPROBLEM" val="ProblemItem"/>
</p:tagLst>
</file>

<file path=ppt/tags/tag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2.xml><?xml version="1.0" encoding="utf-8"?>
<p:tagLst xmlns:p="http://schemas.openxmlformats.org/presentationml/2006/main">
  <p:tag name="RAINPROBLEM" val="ProblemItem"/>
</p:tagLst>
</file>

<file path=ppt/tags/tag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p="http://schemas.openxmlformats.org/presentationml/2006/main">
  <p:tag name="RAINPROBLEMTYPE" val="ProblemTypeMarker"/>
</p:tagLst>
</file>

<file path=ppt/tags/tag77.xml><?xml version="1.0" encoding="utf-8"?>
<p:tagLst xmlns:p="http://schemas.openxmlformats.org/presentationml/2006/main">
  <p:tag name="RAINPROBLEMTYPE" val="ProblemTypeMarker"/>
</p:tagLst>
</file>

<file path=ppt/tags/tag78.xml><?xml version="1.0" encoding="utf-8"?>
<p:tagLst xmlns:p="http://schemas.openxmlformats.org/presentationml/2006/main">
  <p:tag name="RAINPROBLEMTYPE" val="ProblemTypeMarker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p="http://schemas.openxmlformats.org/presentationml/2006/main">
  <p:tag name="RAINPROBLEM" val="MultipleChoice"/>
  <p:tag name="PROBLEMSCORE" val="1.0"/>
</p:tagLst>
</file>

<file path=ppt/tags/tag83.xml><?xml version="1.0" encoding="utf-8"?>
<p:tagLst xmlns:p="http://schemas.openxmlformats.org/presentationml/2006/main">
  <p:tag name="RAINPROBLEM" val="ProblemBody"/>
</p:tagLst>
</file>

<file path=ppt/tags/tag84.xml><?xml version="1.0" encoding="utf-8"?>
<p:tagLst xmlns:p="http://schemas.openxmlformats.org/presentationml/2006/main">
  <p:tag name="RAINPROBLEM" val="ProblemItem"/>
</p:tagLst>
</file>

<file path=ppt/tags/tag8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6.xml><?xml version="1.0" encoding="utf-8"?>
<p:tagLst xmlns:p="http://schemas.openxmlformats.org/presentationml/2006/main">
  <p:tag name="RAINPROBLEM" val="ProblemItem"/>
</p:tagLst>
</file>

<file path=ppt/tags/tag8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88.xml><?xml version="1.0" encoding="utf-8"?>
<p:tagLst xmlns:p="http://schemas.openxmlformats.org/presentationml/2006/main">
  <p:tag name="RAINPROBLEM" val="ProblemItem"/>
</p:tagLst>
</file>

<file path=ppt/tags/tag8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0.xml><?xml version="1.0" encoding="utf-8"?>
<p:tagLst xmlns:p="http://schemas.openxmlformats.org/presentationml/2006/main">
  <p:tag name="RAINPROBLEM" val="ProblemItem"/>
</p:tagLst>
</file>

<file path=ppt/tags/tag9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2.xml><?xml version="1.0" encoding="utf-8"?>
<p:tagLst xmlns:p="http://schemas.openxmlformats.org/presentationml/2006/main">
  <p:tag name="RAINPROBLEMTYPE" val="ProblemTypeMarker"/>
</p:tagLst>
</file>

<file path=ppt/tags/tag93.xml><?xml version="1.0" encoding="utf-8"?>
<p:tagLst xmlns:p="http://schemas.openxmlformats.org/presentationml/2006/main">
  <p:tag name="RAINPROBLEMTYPE" val="ProblemTypeMarker"/>
</p:tagLst>
</file>

<file path=ppt/tags/tag94.xml><?xml version="1.0" encoding="utf-8"?>
<p:tagLst xmlns:p="http://schemas.openxmlformats.org/presentationml/2006/main">
  <p:tag name="RAINPROBLEMTYPE" val="ProblemTypeMarker"/>
</p:tagLst>
</file>

<file path=ppt/tags/tag95.xml><?xml version="1.0" encoding="utf-8"?>
<p:tagLst xmlns:p="http://schemas.openxmlformats.org/presentationml/2006/main">
  <p:tag name="RAINPROBLEMTYPE" val="ProblemTypeMarker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" val="ProblemSetting"/>
  <p:tag name="RAINPROBLEMTYPE" val="MultipleChoice"/>
</p:tagLst>
</file>

<file path=ppt/tags/tag98.xml><?xml version="1.0" encoding="utf-8"?>
<p:tagLst xmlns:p="http://schemas.openxmlformats.org/presentationml/2006/main">
  <p:tag name="RAINPROBLEM" val="MultipleChoice"/>
  <p:tag name="PROBLEMSCORE" val="1.0"/>
</p:tagLst>
</file>

<file path=ppt/tags/tag99.xml><?xml version="1.0" encoding="utf-8"?>
<p:tagLst xmlns:p="http://schemas.openxmlformats.org/presentationml/2006/main">
  <p:tag name="RAINPROBLEM" val="ProblemBody"/>
</p:tagLst>
</file>

<file path=ppt/tags/tag100.xml><?xml version="1.0" encoding="utf-8"?>
<p:tagLst xmlns:p="http://schemas.openxmlformats.org/presentationml/2006/main">
  <p:tag name="RAINPROBLEM" val="ProblemItem"/>
</p:tagLst>
</file>

<file path=ppt/tags/tag10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2.xml><?xml version="1.0" encoding="utf-8"?>
<p:tagLst xmlns:p="http://schemas.openxmlformats.org/presentationml/2006/main">
  <p:tag name="RAINPROBLEM" val="ProblemItem"/>
</p:tagLst>
</file>

<file path=ppt/tags/tag10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4.xml><?xml version="1.0" encoding="utf-8"?>
<p:tagLst xmlns:p="http://schemas.openxmlformats.org/presentationml/2006/main">
  <p:tag name="RAINPROBLEM" val="ProblemItem"/>
</p:tagLst>
</file>

<file path=ppt/tags/tag10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08.xml><?xml version="1.0" encoding="utf-8"?>
<p:tagLst xmlns:p="http://schemas.openxmlformats.org/presentationml/2006/main">
  <p:tag name="RAINPROBLEMTYPE" val="ProblemTypeMarker"/>
</p:tagLst>
</file>

<file path=ppt/tags/tag109.xml><?xml version="1.0" encoding="utf-8"?>
<p:tagLst xmlns:p="http://schemas.openxmlformats.org/presentationml/2006/main">
  <p:tag name="RAINPROBLEMTYPE" val="ProblemTypeMarker"/>
</p:tagLst>
</file>

<file path=ppt/tags/tag110.xml><?xml version="1.0" encoding="utf-8"?>
<p:tagLst xmlns:p="http://schemas.openxmlformats.org/presentationml/2006/main">
  <p:tag name="RAINPROBLEMTYPE" val="ProblemTypeMarker"/>
</p:tagLst>
</file>

<file path=ppt/tags/tag111.xml><?xml version="1.0" encoding="utf-8"?>
<p:tagLst xmlns:p="http://schemas.openxmlformats.org/presentationml/2006/main">
  <p:tag name="RAINPROBLEMTYPE" val="ProblemTypeMarker"/>
</p:tagLst>
</file>

<file path=ppt/tags/tag112.xml><?xml version="1.0" encoding="utf-8"?>
<p:tagLst xmlns:p="http://schemas.openxmlformats.org/presentationml/2006/main">
  <p:tag name="RAINPROBLEMTYPE" val="ProblemTypeMarker"/>
</p:tagLst>
</file>

<file path=ppt/tags/tag113.xml><?xml version="1.0" encoding="utf-8"?>
<p:tagLst xmlns:p="http://schemas.openxmlformats.org/presentationml/2006/main">
  <p:tag name="RAINPROBLEM" val="ProblemSetting"/>
  <p:tag name="RAINPROBLEMTYPE" val="MultipleChoice"/>
</p:tagLst>
</file>

<file path=ppt/tags/tag114.xml><?xml version="1.0" encoding="utf-8"?>
<p:tagLst xmlns:p="http://schemas.openxmlformats.org/presentationml/2006/main">
  <p:tag name="RAINPROBLEM" val="MultipleChoice"/>
  <p:tag name="PROBLEMSCORE" val="1.0"/>
</p:tagLst>
</file>

<file path=ppt/tags/tag115.xml><?xml version="1.0" encoding="utf-8"?>
<p:tagLst xmlns:p="http://schemas.openxmlformats.org/presentationml/2006/main">
  <p:tag name="RAINPROBLEM" val="ProblemBody"/>
</p:tagLst>
</file>

<file path=ppt/tags/tag116.xml><?xml version="1.0" encoding="utf-8"?>
<p:tagLst xmlns:p="http://schemas.openxmlformats.org/presentationml/2006/main">
  <p:tag name="RAINPROBLEM" val="ProblemItem"/>
</p:tagLst>
</file>

<file path=ppt/tags/tag1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8.xml><?xml version="1.0" encoding="utf-8"?>
<p:tagLst xmlns:p="http://schemas.openxmlformats.org/presentationml/2006/main">
  <p:tag name="RAINPROBLEM" val="ProblemItem"/>
</p:tagLst>
</file>

<file path=ppt/tags/tag11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0.xml><?xml version="1.0" encoding="utf-8"?>
<p:tagLst xmlns:p="http://schemas.openxmlformats.org/presentationml/2006/main">
  <p:tag name="RAINPROBLEM" val="ProblemItem"/>
</p:tagLst>
</file>

<file path=ppt/tags/tag1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2.xml><?xml version="1.0" encoding="utf-8"?>
<p:tagLst xmlns:p="http://schemas.openxmlformats.org/presentationml/2006/main">
  <p:tag name="RAINPROBLEM" val="ProblemItem"/>
</p:tagLst>
</file>

<file path=ppt/tags/tag1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p="http://schemas.openxmlformats.org/presentationml/2006/main">
  <p:tag name="RAINPROBLEMTYPE" val="ProblemTypeMarker"/>
</p:tagLst>
</file>

<file path=ppt/tags/tag125.xml><?xml version="1.0" encoding="utf-8"?>
<p:tagLst xmlns:p="http://schemas.openxmlformats.org/presentationml/2006/main">
  <p:tag name="RAINPROBLEMTYPE" val="ProblemTypeMarker"/>
</p:tagLst>
</file>

<file path=ppt/tags/tag126.xml><?xml version="1.0" encoding="utf-8"?>
<p:tagLst xmlns:p="http://schemas.openxmlformats.org/presentationml/2006/main">
  <p:tag name="RAINPROBLEMTYPE" val="ProblemTypeMarker"/>
</p:tagLst>
</file>

<file path=ppt/tags/tag127.xml><?xml version="1.0" encoding="utf-8"?>
<p:tagLst xmlns:p="http://schemas.openxmlformats.org/presentationml/2006/main">
  <p:tag name="RAINPROBLEMTYPE" val="ProblemTypeMarker"/>
</p:tagLst>
</file>

<file path=ppt/tags/tag128.xml><?xml version="1.0" encoding="utf-8"?>
<p:tagLst xmlns:p="http://schemas.openxmlformats.org/presentationml/2006/main">
  <p:tag name="RAINPROBLEMTYPE" val="ProblemTypeMarker"/>
</p:tagLst>
</file>

<file path=ppt/tags/tag129.xml><?xml version="1.0" encoding="utf-8"?>
<p:tagLst xmlns:p="http://schemas.openxmlformats.org/presentationml/2006/main">
  <p:tag name="RAINPROBLEM" val="ProblemSetting"/>
  <p:tag name="RAINPROBLEMTYPE" val="MultipleChoice"/>
</p:tagLst>
</file>

<file path=ppt/tags/tag130.xml><?xml version="1.0" encoding="utf-8"?>
<p:tagLst xmlns:p="http://schemas.openxmlformats.org/presentationml/2006/main">
  <p:tag name="RAINPROBLEM" val="MultipleChoice"/>
  <p:tag name="PROBLEMSCORE" val="1.0"/>
</p:tagLst>
</file>

<file path=ppt/tags/tag131.xml><?xml version="1.0" encoding="utf-8"?>
<p:tagLst xmlns:p="http://schemas.openxmlformats.org/presentationml/2006/main">
  <p:tag name="RAINPROBLEM" val="ProblemBody"/>
</p:tagLst>
</file>

<file path=ppt/tags/tag132.xml><?xml version="1.0" encoding="utf-8"?>
<p:tagLst xmlns:p="http://schemas.openxmlformats.org/presentationml/2006/main">
  <p:tag name="RAINPROBLEM" val="ProblemItem"/>
</p:tagLst>
</file>

<file path=ppt/tags/tag13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4.xml><?xml version="1.0" encoding="utf-8"?>
<p:tagLst xmlns:p="http://schemas.openxmlformats.org/presentationml/2006/main">
  <p:tag name="RAINPROBLEM" val="ProblemItem"/>
</p:tagLst>
</file>

<file path=ppt/tags/tag13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6.xml><?xml version="1.0" encoding="utf-8"?>
<p:tagLst xmlns:p="http://schemas.openxmlformats.org/presentationml/2006/main">
  <p:tag name="RAINPROBLEM" val="ProblemItem"/>
</p:tagLst>
</file>

<file path=ppt/tags/tag13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8.xml><?xml version="1.0" encoding="utf-8"?>
<p:tagLst xmlns:p="http://schemas.openxmlformats.org/presentationml/2006/main">
  <p:tag name="RAINPROBLEM" val="ProblemItem"/>
</p:tagLst>
</file>

<file path=ppt/tags/tag13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0.xml><?xml version="1.0" encoding="utf-8"?>
<p:tagLst xmlns:p="http://schemas.openxmlformats.org/presentationml/2006/main">
  <p:tag name="RAINPROBLEMTYPE" val="ProblemTypeMarker"/>
</p:tagLst>
</file>

<file path=ppt/tags/tag141.xml><?xml version="1.0" encoding="utf-8"?>
<p:tagLst xmlns:p="http://schemas.openxmlformats.org/presentationml/2006/main">
  <p:tag name="RAINPROBLEMTYPE" val="ProblemTypeMarker"/>
</p:tagLst>
</file>

<file path=ppt/tags/tag142.xml><?xml version="1.0" encoding="utf-8"?>
<p:tagLst xmlns:p="http://schemas.openxmlformats.org/presentationml/2006/main">
  <p:tag name="RAINPROBLEMTYPE" val="ProblemTypeMarker"/>
</p:tagLst>
</file>

<file path=ppt/tags/tag143.xml><?xml version="1.0" encoding="utf-8"?>
<p:tagLst xmlns:p="http://schemas.openxmlformats.org/presentationml/2006/main">
  <p:tag name="RAINPROBLEMTYPE" val="ProblemTypeMarker"/>
</p:tagLst>
</file>

<file path=ppt/tags/tag144.xml><?xml version="1.0" encoding="utf-8"?>
<p:tagLst xmlns:p="http://schemas.openxmlformats.org/presentationml/2006/main">
  <p:tag name="RAINPROBLEMTYPE" val="ProblemTypeMarker"/>
</p:tagLst>
</file>

<file path=ppt/tags/tag145.xml><?xml version="1.0" encoding="utf-8"?>
<p:tagLst xmlns:p="http://schemas.openxmlformats.org/presentationml/2006/main">
  <p:tag name="RAINPROBLEM" val="ProblemSetting"/>
  <p:tag name="RAINPROBLEMTYPE" val="MultipleChoice"/>
</p:tagLst>
</file>

<file path=ppt/tags/tag146.xml><?xml version="1.0" encoding="utf-8"?>
<p:tagLst xmlns:p="http://schemas.openxmlformats.org/presentationml/2006/main">
  <p:tag name="RAINPROBLEM" val="MultipleChoice"/>
  <p:tag name="PROBLEMSCORE" val="1.0"/>
</p:tagLst>
</file>

<file path=ppt/tags/tag147.xml><?xml version="1.0" encoding="utf-8"?>
<p:tagLst xmlns:p="http://schemas.openxmlformats.org/presentationml/2006/main">
  <p:tag name="RAINPROBLEM" val="ProblemBody"/>
</p:tagLst>
</file>

<file path=ppt/tags/tag148.xml><?xml version="1.0" encoding="utf-8"?>
<p:tagLst xmlns:p="http://schemas.openxmlformats.org/presentationml/2006/main">
  <p:tag name="RAINPROBLEM" val="ProblemItem"/>
</p:tagLst>
</file>

<file path=ppt/tags/tag14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0.xml><?xml version="1.0" encoding="utf-8"?>
<p:tagLst xmlns:p="http://schemas.openxmlformats.org/presentationml/2006/main">
  <p:tag name="RAINPROBLEM" val="ProblemItem"/>
</p:tagLst>
</file>

<file path=ppt/tags/tag15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2.xml><?xml version="1.0" encoding="utf-8"?>
<p:tagLst xmlns:p="http://schemas.openxmlformats.org/presentationml/2006/main">
  <p:tag name="RAINPROBLEM" val="ProblemItem"/>
</p:tagLst>
</file>

<file path=ppt/tags/tag15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4.xml><?xml version="1.0" encoding="utf-8"?>
<p:tagLst xmlns:p="http://schemas.openxmlformats.org/presentationml/2006/main">
  <p:tag name="RAINPROBLEM" val="ProblemItem"/>
</p:tagLst>
</file>

<file path=ppt/tags/tag15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6.xml><?xml version="1.0" encoding="utf-8"?>
<p:tagLst xmlns:p="http://schemas.openxmlformats.org/presentationml/2006/main">
  <p:tag name="RAINPROBLEMTYPE" val="ProblemTypeMarker"/>
</p:tagLst>
</file>

<file path=ppt/tags/tag157.xml><?xml version="1.0" encoding="utf-8"?>
<p:tagLst xmlns:p="http://schemas.openxmlformats.org/presentationml/2006/main">
  <p:tag name="RAINPROBLEMTYPE" val="ProblemTypeMarker"/>
</p:tagLst>
</file>

<file path=ppt/tags/tag158.xml><?xml version="1.0" encoding="utf-8"?>
<p:tagLst xmlns:p="http://schemas.openxmlformats.org/presentationml/2006/main">
  <p:tag name="RAINPROBLEMTYPE" val="ProblemTypeMarker"/>
</p:tagLst>
</file>

<file path=ppt/tags/tag159.xml><?xml version="1.0" encoding="utf-8"?>
<p:tagLst xmlns:p="http://schemas.openxmlformats.org/presentationml/2006/main">
  <p:tag name="RAINPROBLEMTYPE" val="ProblemTypeMarker"/>
</p:tagLst>
</file>

<file path=ppt/tags/tag160.xml><?xml version="1.0" encoding="utf-8"?>
<p:tagLst xmlns:p="http://schemas.openxmlformats.org/presentationml/2006/main">
  <p:tag name="RAINPROBLEMTYPE" val="ProblemTypeMarker"/>
</p:tagLst>
</file>

<file path=ppt/tags/tag161.xml><?xml version="1.0" encoding="utf-8"?>
<p:tagLst xmlns:p="http://schemas.openxmlformats.org/presentationml/2006/main">
  <p:tag name="RAINPROBLEM" val="ProblemSetting"/>
  <p:tag name="RAINPROBLEMTYPE" val="MultipleChoice"/>
</p:tagLst>
</file>

<file path=ppt/tags/tag162.xml><?xml version="1.0" encoding="utf-8"?>
<p:tagLst xmlns:p="http://schemas.openxmlformats.org/presentationml/2006/main">
  <p:tag name="RAINPROBLEM" val="MultipleChoice"/>
  <p:tag name="PROBLEMSCORE" val="1.0"/>
</p:tagLst>
</file>

<file path=ppt/tags/tag163.xml><?xml version="1.0" encoding="utf-8"?>
<p:tagLst xmlns:p="http://schemas.openxmlformats.org/presentationml/2006/main">
  <p:tag name="RAINPROBLEM" val="ProblemBody"/>
</p:tagLst>
</file>

<file path=ppt/tags/tag164.xml><?xml version="1.0" encoding="utf-8"?>
<p:tagLst xmlns:p="http://schemas.openxmlformats.org/presentationml/2006/main">
  <p:tag name="RAINPROBLEM" val="ProblemItem"/>
</p:tagLst>
</file>

<file path=ppt/tags/tag16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6.xml><?xml version="1.0" encoding="utf-8"?>
<p:tagLst xmlns:p="http://schemas.openxmlformats.org/presentationml/2006/main">
  <p:tag name="RAINPROBLEM" val="ProblemItem"/>
</p:tagLst>
</file>

<file path=ppt/tags/tag1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8.xml><?xml version="1.0" encoding="utf-8"?>
<p:tagLst xmlns:p="http://schemas.openxmlformats.org/presentationml/2006/main">
  <p:tag name="RAINPROBLEM" val="ProblemItem"/>
</p:tagLst>
</file>

<file path=ppt/tags/tag16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0.xml><?xml version="1.0" encoding="utf-8"?>
<p:tagLst xmlns:p="http://schemas.openxmlformats.org/presentationml/2006/main">
  <p:tag name="RAINPROBLEM" val="ProblemItem"/>
</p:tagLst>
</file>

<file path=ppt/tags/tag1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2.xml><?xml version="1.0" encoding="utf-8"?>
<p:tagLst xmlns:p="http://schemas.openxmlformats.org/presentationml/2006/main">
  <p:tag name="RAINPROBLEMTYPE" val="ProblemTypeMarker"/>
</p:tagLst>
</file>

<file path=ppt/tags/tag173.xml><?xml version="1.0" encoding="utf-8"?>
<p:tagLst xmlns:p="http://schemas.openxmlformats.org/presentationml/2006/main">
  <p:tag name="RAINPROBLEMTYPE" val="ProblemTypeMarker"/>
</p:tagLst>
</file>

<file path=ppt/tags/tag174.xml><?xml version="1.0" encoding="utf-8"?>
<p:tagLst xmlns:p="http://schemas.openxmlformats.org/presentationml/2006/main">
  <p:tag name="RAINPROBLEMTYPE" val="ProblemTypeMarker"/>
</p:tagLst>
</file>

<file path=ppt/tags/tag175.xml><?xml version="1.0" encoding="utf-8"?>
<p:tagLst xmlns:p="http://schemas.openxmlformats.org/presentationml/2006/main">
  <p:tag name="RAINPROBLEMTYPE" val="ProblemTypeMarker"/>
</p:tagLst>
</file>

<file path=ppt/tags/tag176.xml><?xml version="1.0" encoding="utf-8"?>
<p:tagLst xmlns:p="http://schemas.openxmlformats.org/presentationml/2006/main">
  <p:tag name="RAINPROBLEMTYPE" val="ProblemTypeMarker"/>
</p:tagLst>
</file>

<file path=ppt/tags/tag177.xml><?xml version="1.0" encoding="utf-8"?>
<p:tagLst xmlns:p="http://schemas.openxmlformats.org/presentationml/2006/main">
  <p:tag name="RAINPROBLEM" val="ProblemSetting"/>
  <p:tag name="RAINPROBLEMTYPE" val="MultipleChoice"/>
</p:tagLst>
</file>

<file path=ppt/tags/tag178.xml><?xml version="1.0" encoding="utf-8"?>
<p:tagLst xmlns:p="http://schemas.openxmlformats.org/presentationml/2006/main">
  <p:tag name="RAINPROBLEM" val="MultipleChoice"/>
  <p:tag name="PROBLEMSCORE" val="1.0"/>
</p:tagLst>
</file>

<file path=ppt/tags/tag179.xml><?xml version="1.0" encoding="utf-8"?>
<p:tagLst xmlns:p="http://schemas.openxmlformats.org/presentationml/2006/main">
  <p:tag name="RAINPROBLEM" val="ProblemBody"/>
</p:tagLst>
</file>

<file path=ppt/tags/tag180.xml><?xml version="1.0" encoding="utf-8"?>
<p:tagLst xmlns:p="http://schemas.openxmlformats.org/presentationml/2006/main">
  <p:tag name="RAINPROBLEM" val="ProblemItem"/>
</p:tagLst>
</file>

<file path=ppt/tags/tag18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2.xml><?xml version="1.0" encoding="utf-8"?>
<p:tagLst xmlns:p="http://schemas.openxmlformats.org/presentationml/2006/main">
  <p:tag name="RAINPROBLEM" val="ProblemItem"/>
</p:tagLst>
</file>

<file path=ppt/tags/tag18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4.xml><?xml version="1.0" encoding="utf-8"?>
<p:tagLst xmlns:p="http://schemas.openxmlformats.org/presentationml/2006/main">
  <p:tag name="RAINPROBLEM" val="ProblemItem"/>
</p:tagLst>
</file>

<file path=ppt/tags/tag18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86.xml><?xml version="1.0" encoding="utf-8"?>
<p:tagLst xmlns:p="http://schemas.openxmlformats.org/presentationml/2006/main">
  <p:tag name="RAINPROBLEM" val="ProblemItem"/>
</p:tagLst>
</file>

<file path=ppt/tags/tag18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8.xml><?xml version="1.0" encoding="utf-8"?>
<p:tagLst xmlns:p="http://schemas.openxmlformats.org/presentationml/2006/main">
  <p:tag name="RAINPROBLEMTYPE" val="ProblemTypeMarker"/>
</p:tagLst>
</file>

<file path=ppt/tags/tag189.xml><?xml version="1.0" encoding="utf-8"?>
<p:tagLst xmlns:p="http://schemas.openxmlformats.org/presentationml/2006/main">
  <p:tag name="RAINPROBLEMTYPE" val="ProblemTypeMarker"/>
</p:tagLst>
</file>

<file path=ppt/tags/tag190.xml><?xml version="1.0" encoding="utf-8"?>
<p:tagLst xmlns:p="http://schemas.openxmlformats.org/presentationml/2006/main">
  <p:tag name="RAINPROBLEMTYPE" val="ProblemTypeMarker"/>
</p:tagLst>
</file>

<file path=ppt/tags/tag191.xml><?xml version="1.0" encoding="utf-8"?>
<p:tagLst xmlns:p="http://schemas.openxmlformats.org/presentationml/2006/main">
  <p:tag name="RAINPROBLEMTYPE" val="ProblemTypeMarker"/>
</p:tagLst>
</file>

<file path=ppt/tags/tag192.xml><?xml version="1.0" encoding="utf-8"?>
<p:tagLst xmlns:p="http://schemas.openxmlformats.org/presentationml/2006/main">
  <p:tag name="RAINPROBLEMTYPE" val="ProblemTypeMarker"/>
</p:tagLst>
</file>

<file path=ppt/tags/tag193.xml><?xml version="1.0" encoding="utf-8"?>
<p:tagLst xmlns:p="http://schemas.openxmlformats.org/presentationml/2006/main">
  <p:tag name="RAINPROBLEM" val="ProblemSetting"/>
  <p:tag name="RAINPROBLEMTYPE" val="MultipleChoice"/>
</p:tagLst>
</file>

<file path=ppt/tags/tag194.xml><?xml version="1.0" encoding="utf-8"?>
<p:tagLst xmlns:p="http://schemas.openxmlformats.org/presentationml/2006/main">
  <p:tag name="RAINPROBLEM" val="MultipleChoice"/>
  <p:tag name="PROBLEMSCORE" val="1.0"/>
</p:tagLst>
</file>

<file path=ppt/tags/tag195.xml><?xml version="1.0" encoding="utf-8"?>
<p:tagLst xmlns:p="http://schemas.openxmlformats.org/presentationml/2006/main">
  <p:tag name="RAINPROBLEM" val="ProblemBody"/>
</p:tagLst>
</file>

<file path=ppt/tags/tag196.xml><?xml version="1.0" encoding="utf-8"?>
<p:tagLst xmlns:p="http://schemas.openxmlformats.org/presentationml/2006/main">
  <p:tag name="RAINPROBLEM" val="ProblemItem"/>
</p:tagLst>
</file>

<file path=ppt/tags/tag19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8.xml><?xml version="1.0" encoding="utf-8"?>
<p:tagLst xmlns:p="http://schemas.openxmlformats.org/presentationml/2006/main">
  <p:tag name="RAINPROBLEM" val="ProblemItem"/>
</p:tagLst>
</file>

<file path=ppt/tags/tag19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0.xml><?xml version="1.0" encoding="utf-8"?>
<p:tagLst xmlns:p="http://schemas.openxmlformats.org/presentationml/2006/main">
  <p:tag name="RAINPROBLEM" val="ProblemItem"/>
</p:tagLst>
</file>

<file path=ppt/tags/tag20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2.xml><?xml version="1.0" encoding="utf-8"?>
<p:tagLst xmlns:p="http://schemas.openxmlformats.org/presentationml/2006/main">
  <p:tag name="RAINPROBLEM" val="ProblemItem"/>
</p:tagLst>
</file>

<file path=ppt/tags/tag20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4.xml><?xml version="1.0" encoding="utf-8"?>
<p:tagLst xmlns:p="http://schemas.openxmlformats.org/presentationml/2006/main">
  <p:tag name="RAINPROBLEMTYPE" val="ProblemTypeMarker"/>
</p:tagLst>
</file>

<file path=ppt/tags/tag205.xml><?xml version="1.0" encoding="utf-8"?>
<p:tagLst xmlns:p="http://schemas.openxmlformats.org/presentationml/2006/main">
  <p:tag name="RAINPROBLEMTYPE" val="ProblemTypeMarker"/>
</p:tagLst>
</file>

<file path=ppt/tags/tag206.xml><?xml version="1.0" encoding="utf-8"?>
<p:tagLst xmlns:p="http://schemas.openxmlformats.org/presentationml/2006/main">
  <p:tag name="RAINPROBLEMTYPE" val="ProblemTypeMarker"/>
</p:tagLst>
</file>

<file path=ppt/tags/tag207.xml><?xml version="1.0" encoding="utf-8"?>
<p:tagLst xmlns:p="http://schemas.openxmlformats.org/presentationml/2006/main">
  <p:tag name="RAINPROBLEMTYPE" val="ProblemTypeMarker"/>
</p:tagLst>
</file>

<file path=ppt/tags/tag208.xml><?xml version="1.0" encoding="utf-8"?>
<p:tagLst xmlns:p="http://schemas.openxmlformats.org/presentationml/2006/main">
  <p:tag name="RAINPROBLEMTYPE" val="ProblemTypeMarker"/>
</p:tagLst>
</file>

<file path=ppt/tags/tag209.xml><?xml version="1.0" encoding="utf-8"?>
<p:tagLst xmlns:p="http://schemas.openxmlformats.org/presentationml/2006/main">
  <p:tag name="RAINPROBLEM" val="ProblemSetting"/>
  <p:tag name="RAINPROBLEMTYPE" val="MultipleChoice"/>
</p:tagLst>
</file>

<file path=ppt/tags/tag210.xml><?xml version="1.0" encoding="utf-8"?>
<p:tagLst xmlns:p="http://schemas.openxmlformats.org/presentationml/2006/main">
  <p:tag name="RAINPROBLEM" val="MultipleChoice"/>
  <p:tag name="PROBLEMSCORE" val="1.0"/>
</p:tagLst>
</file>

<file path=ppt/tags/tag211.xml><?xml version="1.0" encoding="utf-8"?>
<p:tagLst xmlns:p="http://schemas.openxmlformats.org/presentationml/2006/main">
  <p:tag name="RAINPROBLEM" val="ProblemBody"/>
</p:tagLst>
</file>

<file path=ppt/tags/tag212.xml><?xml version="1.0" encoding="utf-8"?>
<p:tagLst xmlns:p="http://schemas.openxmlformats.org/presentationml/2006/main">
  <p:tag name="RAINPROBLEM" val="ProblemItem"/>
</p:tagLst>
</file>

<file path=ppt/tags/tag21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4.xml><?xml version="1.0" encoding="utf-8"?>
<p:tagLst xmlns:p="http://schemas.openxmlformats.org/presentationml/2006/main">
  <p:tag name="RAINPROBLEM" val="ProblemItem"/>
</p:tagLst>
</file>

<file path=ppt/tags/tag21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6.xml><?xml version="1.0" encoding="utf-8"?>
<p:tagLst xmlns:p="http://schemas.openxmlformats.org/presentationml/2006/main">
  <p:tag name="RAINPROBLEM" val="ProblemItem"/>
</p:tagLst>
</file>

<file path=ppt/tags/tag2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8.xml><?xml version="1.0" encoding="utf-8"?>
<p:tagLst xmlns:p="http://schemas.openxmlformats.org/presentationml/2006/main">
  <p:tag name="RAINPROBLEM" val="ProblemItem"/>
</p:tagLst>
</file>

<file path=ppt/tags/tag21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20.xml><?xml version="1.0" encoding="utf-8"?>
<p:tagLst xmlns:p="http://schemas.openxmlformats.org/presentationml/2006/main">
  <p:tag name="RAINPROBLEMTYPE" val="ProblemTypeMarker"/>
</p:tagLst>
</file>

<file path=ppt/tags/tag221.xml><?xml version="1.0" encoding="utf-8"?>
<p:tagLst xmlns:p="http://schemas.openxmlformats.org/presentationml/2006/main">
  <p:tag name="RAINPROBLEMTYPE" val="ProblemTypeMarker"/>
</p:tagLst>
</file>

<file path=ppt/tags/tag222.xml><?xml version="1.0" encoding="utf-8"?>
<p:tagLst xmlns:p="http://schemas.openxmlformats.org/presentationml/2006/main">
  <p:tag name="RAINPROBLEMTYPE" val="ProblemTypeMarker"/>
</p:tagLst>
</file>

<file path=ppt/tags/tag223.xml><?xml version="1.0" encoding="utf-8"?>
<p:tagLst xmlns:p="http://schemas.openxmlformats.org/presentationml/2006/main">
  <p:tag name="RAINPROBLEMTYPE" val="ProblemTypeMarker"/>
</p:tagLst>
</file>

<file path=ppt/tags/tag224.xml><?xml version="1.0" encoding="utf-8"?>
<p:tagLst xmlns:p="http://schemas.openxmlformats.org/presentationml/2006/main">
  <p:tag name="RAINPROBLEMTYPE" val="ProblemTypeMarker"/>
</p:tagLst>
</file>

<file path=ppt/tags/tag225.xml><?xml version="1.0" encoding="utf-8"?>
<p:tagLst xmlns:p="http://schemas.openxmlformats.org/presentationml/2006/main">
  <p:tag name="RAINPROBLEM" val="ProblemSetting"/>
  <p:tag name="RAINPROBLEMTYPE" val="MultipleChoice"/>
</p:tagLst>
</file>

<file path=ppt/tags/tag226.xml><?xml version="1.0" encoding="utf-8"?>
<p:tagLst xmlns:p="http://schemas.openxmlformats.org/presentationml/2006/main">
  <p:tag name="RAINPROBLEM" val="MultipleChoice"/>
  <p:tag name="PROBLEMSCORE" val="1.0"/>
</p:tagLst>
</file>

<file path=ppt/tags/tag227.xml><?xml version="1.0" encoding="utf-8"?>
<p:tagLst xmlns:p="http://schemas.openxmlformats.org/presentationml/2006/main">
  <p:tag name="RAINPROBLEM" val="ProblemBody"/>
</p:tagLst>
</file>

<file path=ppt/tags/tag228.xml><?xml version="1.0" encoding="utf-8"?>
<p:tagLst xmlns:p="http://schemas.openxmlformats.org/presentationml/2006/main">
  <p:tag name="RAINPROBLEM" val="ProblemItem"/>
</p:tagLst>
</file>

<file path=ppt/tags/tag22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30.xml><?xml version="1.0" encoding="utf-8"?>
<p:tagLst xmlns:p="http://schemas.openxmlformats.org/presentationml/2006/main">
  <p:tag name="RAINPROBLEM" val="ProblemItem"/>
</p:tagLst>
</file>

<file path=ppt/tags/tag23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2.xml><?xml version="1.0" encoding="utf-8"?>
<p:tagLst xmlns:p="http://schemas.openxmlformats.org/presentationml/2006/main">
  <p:tag name="RAINPROBLEM" val="ProblemItem"/>
</p:tagLst>
</file>

<file path=ppt/tags/tag23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4.xml><?xml version="1.0" encoding="utf-8"?>
<p:tagLst xmlns:p="http://schemas.openxmlformats.org/presentationml/2006/main">
  <p:tag name="RAINPROBLEM" val="ProblemItem"/>
</p:tagLst>
</file>

<file path=ppt/tags/tag23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6.xml><?xml version="1.0" encoding="utf-8"?>
<p:tagLst xmlns:p="http://schemas.openxmlformats.org/presentationml/2006/main">
  <p:tag name="RAINPROBLEMTYPE" val="ProblemTypeMarker"/>
</p:tagLst>
</file>

<file path=ppt/tags/tag237.xml><?xml version="1.0" encoding="utf-8"?>
<p:tagLst xmlns:p="http://schemas.openxmlformats.org/presentationml/2006/main">
  <p:tag name="RAINPROBLEMTYPE" val="ProblemTypeMarker"/>
</p:tagLst>
</file>

<file path=ppt/tags/tag238.xml><?xml version="1.0" encoding="utf-8"?>
<p:tagLst xmlns:p="http://schemas.openxmlformats.org/presentationml/2006/main">
  <p:tag name="RAINPROBLEMTYPE" val="ProblemTypeMarker"/>
</p:tagLst>
</file>

<file path=ppt/tags/tag239.xml><?xml version="1.0" encoding="utf-8"?>
<p:tagLst xmlns:p="http://schemas.openxmlformats.org/presentationml/2006/main">
  <p:tag name="RAINPROBLEMTYPE" val="ProblemTypeMarker"/>
</p:tagLst>
</file>

<file path=ppt/tags/tag240.xml><?xml version="1.0" encoding="utf-8"?>
<p:tagLst xmlns:p="http://schemas.openxmlformats.org/presentationml/2006/main">
  <p:tag name="RAINPROBLEMTYPE" val="ProblemTypeMarker"/>
</p:tagLst>
</file>

<file path=ppt/tags/tag241.xml><?xml version="1.0" encoding="utf-8"?>
<p:tagLst xmlns:p="http://schemas.openxmlformats.org/presentationml/2006/main">
  <p:tag name="RAINPROBLEM" val="ProblemSetting"/>
  <p:tag name="RAINPROBLEMTYPE" val="MultipleChoice"/>
</p:tagLst>
</file>

<file path=ppt/tags/tag242.xml><?xml version="1.0" encoding="utf-8"?>
<p:tagLst xmlns:p="http://schemas.openxmlformats.org/presentationml/2006/main">
  <p:tag name="RAINPROBLEM" val="MultipleChoice"/>
  <p:tag name="PROBLEMSCORE" val="1.0"/>
</p:tagLst>
</file>

<file path=ppt/tags/tag243.xml><?xml version="1.0" encoding="utf-8"?>
<p:tagLst xmlns:p="http://schemas.openxmlformats.org/presentationml/2006/main">
  <p:tag name="RAINPROBLEM" val="ProblemBody"/>
</p:tagLst>
</file>

<file path=ppt/tags/tag244.xml><?xml version="1.0" encoding="utf-8"?>
<p:tagLst xmlns:p="http://schemas.openxmlformats.org/presentationml/2006/main">
  <p:tag name="RAINPROBLEM" val="ProblemItem"/>
</p:tagLst>
</file>

<file path=ppt/tags/tag24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6.xml><?xml version="1.0" encoding="utf-8"?>
<p:tagLst xmlns:p="http://schemas.openxmlformats.org/presentationml/2006/main">
  <p:tag name="RAINPROBLEM" val="ProblemItem"/>
</p:tagLst>
</file>

<file path=ppt/tags/tag24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8.xml><?xml version="1.0" encoding="utf-8"?>
<p:tagLst xmlns:p="http://schemas.openxmlformats.org/presentationml/2006/main">
  <p:tag name="RAINPROBLEM" val="ProblemItem"/>
</p:tagLst>
</file>

<file path=ppt/tags/tag24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0.xml><?xml version="1.0" encoding="utf-8"?>
<p:tagLst xmlns:p="http://schemas.openxmlformats.org/presentationml/2006/main">
  <p:tag name="RAINPROBLEM" val="ProblemItem"/>
</p:tagLst>
</file>

<file path=ppt/tags/tag25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52.xml><?xml version="1.0" encoding="utf-8"?>
<p:tagLst xmlns:p="http://schemas.openxmlformats.org/presentationml/2006/main">
  <p:tag name="RAINPROBLEMTYPE" val="ProblemTypeMarker"/>
</p:tagLst>
</file>

<file path=ppt/tags/tag253.xml><?xml version="1.0" encoding="utf-8"?>
<p:tagLst xmlns:p="http://schemas.openxmlformats.org/presentationml/2006/main">
  <p:tag name="RAINPROBLEMTYPE" val="ProblemTypeMarker"/>
</p:tagLst>
</file>

<file path=ppt/tags/tag254.xml><?xml version="1.0" encoding="utf-8"?>
<p:tagLst xmlns:p="http://schemas.openxmlformats.org/presentationml/2006/main">
  <p:tag name="RAINPROBLEMTYPE" val="ProblemTypeMarker"/>
</p:tagLst>
</file>

<file path=ppt/tags/tag255.xml><?xml version="1.0" encoding="utf-8"?>
<p:tagLst xmlns:p="http://schemas.openxmlformats.org/presentationml/2006/main">
  <p:tag name="RAINPROBLEMTYPE" val="ProblemTypeMarker"/>
</p:tagLst>
</file>

<file path=ppt/tags/tag256.xml><?xml version="1.0" encoding="utf-8"?>
<p:tagLst xmlns:p="http://schemas.openxmlformats.org/presentationml/2006/main">
  <p:tag name="RAINPROBLEMTYPE" val="ProblemTypeMarker"/>
</p:tagLst>
</file>

<file path=ppt/tags/tag257.xml><?xml version="1.0" encoding="utf-8"?>
<p:tagLst xmlns:p="http://schemas.openxmlformats.org/presentationml/2006/main">
  <p:tag name="RAINPROBLEM" val="ProblemSetting"/>
  <p:tag name="RAINPROBLEMTYPE" val="MultipleChoice"/>
</p:tagLst>
</file>

<file path=ppt/tags/tag258.xml><?xml version="1.0" encoding="utf-8"?>
<p:tagLst xmlns:p="http://schemas.openxmlformats.org/presentationml/2006/main">
  <p:tag name="RAINPROBLEM" val="MultipleChoice"/>
  <p:tag name="PROBLEMSCORE" val="1.0"/>
</p:tagLst>
</file>

<file path=ppt/tags/tag259.xml><?xml version="1.0" encoding="utf-8"?>
<p:tagLst xmlns:p="http://schemas.openxmlformats.org/presentationml/2006/main">
  <p:tag name="RAINPROBLEM" val="ProblemBody"/>
</p:tagLst>
</file>

<file path=ppt/tags/tag260.xml><?xml version="1.0" encoding="utf-8"?>
<p:tagLst xmlns:p="http://schemas.openxmlformats.org/presentationml/2006/main">
  <p:tag name="RAINPROBLEM" val="ProblemItem"/>
</p:tagLst>
</file>

<file path=ppt/tags/tag26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2.xml><?xml version="1.0" encoding="utf-8"?>
<p:tagLst xmlns:p="http://schemas.openxmlformats.org/presentationml/2006/main">
  <p:tag name="RAINPROBLEM" val="ProblemItem"/>
</p:tagLst>
</file>

<file path=ppt/tags/tag26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4.xml><?xml version="1.0" encoding="utf-8"?>
<p:tagLst xmlns:p="http://schemas.openxmlformats.org/presentationml/2006/main">
  <p:tag name="RAINPROBLEM" val="ProblemItem"/>
</p:tagLst>
</file>

<file path=ppt/tags/tag26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6.xml><?xml version="1.0" encoding="utf-8"?>
<p:tagLst xmlns:p="http://schemas.openxmlformats.org/presentationml/2006/main">
  <p:tag name="RAINPROBLEM" val="ProblemItem"/>
</p:tagLst>
</file>

<file path=ppt/tags/tag2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8.xml><?xml version="1.0" encoding="utf-8"?>
<p:tagLst xmlns:p="http://schemas.openxmlformats.org/presentationml/2006/main">
  <p:tag name="RAINPROBLEMTYPE" val="ProblemTypeMarker"/>
</p:tagLst>
</file>

<file path=ppt/tags/tag269.xml><?xml version="1.0" encoding="utf-8"?>
<p:tagLst xmlns:p="http://schemas.openxmlformats.org/presentationml/2006/main">
  <p:tag name="RAINPROBLEMTYPE" val="ProblemTypeMarker"/>
</p:tagLst>
</file>

<file path=ppt/tags/tag270.xml><?xml version="1.0" encoding="utf-8"?>
<p:tagLst xmlns:p="http://schemas.openxmlformats.org/presentationml/2006/main">
  <p:tag name="RAINPROBLEMTYPE" val="ProblemTypeMarker"/>
</p:tagLst>
</file>

<file path=ppt/tags/tag271.xml><?xml version="1.0" encoding="utf-8"?>
<p:tagLst xmlns:p="http://schemas.openxmlformats.org/presentationml/2006/main">
  <p:tag name="RAINPROBLEMTYPE" val="ProblemTypeMarker"/>
</p:tagLst>
</file>

<file path=ppt/tags/tag272.xml><?xml version="1.0" encoding="utf-8"?>
<p:tagLst xmlns:p="http://schemas.openxmlformats.org/presentationml/2006/main">
  <p:tag name="RAINPROBLEMTYPE" val="ProblemTypeMarker"/>
</p:tagLst>
</file>

<file path=ppt/tags/tag273.xml><?xml version="1.0" encoding="utf-8"?>
<p:tagLst xmlns:p="http://schemas.openxmlformats.org/presentationml/2006/main">
  <p:tag name="RAINPROBLEM" val="ProblemSetting"/>
  <p:tag name="RAINPROBLEMTYPE" val="MultipleChoice"/>
</p:tagLst>
</file>

<file path=ppt/tags/tag274.xml><?xml version="1.0" encoding="utf-8"?>
<p:tagLst xmlns:p="http://schemas.openxmlformats.org/presentationml/2006/main">
  <p:tag name="RAINPROBLEM" val="MultipleChoice"/>
  <p:tag name="PROBLEMSCORE" val="1.0"/>
</p:tagLst>
</file>

<file path=ppt/tags/tag275.xml><?xml version="1.0" encoding="utf-8"?>
<p:tagLst xmlns:p="http://schemas.openxmlformats.org/presentationml/2006/main">
  <p:tag name="RAINPROBLEM" val="ProblemBody"/>
</p:tagLst>
</file>

<file path=ppt/tags/tag276.xml><?xml version="1.0" encoding="utf-8"?>
<p:tagLst xmlns:p="http://schemas.openxmlformats.org/presentationml/2006/main">
  <p:tag name="RAINPROBLEM" val="ProblemItem"/>
</p:tagLst>
</file>

<file path=ppt/tags/tag2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8.xml><?xml version="1.0" encoding="utf-8"?>
<p:tagLst xmlns:p="http://schemas.openxmlformats.org/presentationml/2006/main">
  <p:tag name="RAINPROBLEM" val="ProblemItem"/>
</p:tagLst>
</file>

<file path=ppt/tags/tag27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0.xml><?xml version="1.0" encoding="utf-8"?>
<p:tagLst xmlns:p="http://schemas.openxmlformats.org/presentationml/2006/main">
  <p:tag name="RAINPROBLEM" val="ProblemItem"/>
</p:tagLst>
</file>

<file path=ppt/tags/tag28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82.xml><?xml version="1.0" encoding="utf-8"?>
<p:tagLst xmlns:p="http://schemas.openxmlformats.org/presentationml/2006/main">
  <p:tag name="RAINPROBLEM" val="ProblemItem"/>
</p:tagLst>
</file>

<file path=ppt/tags/tag28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4.xml><?xml version="1.0" encoding="utf-8"?>
<p:tagLst xmlns:p="http://schemas.openxmlformats.org/presentationml/2006/main">
  <p:tag name="RAINPROBLEMTYPE" val="ProblemTypeMarker"/>
</p:tagLst>
</file>

<file path=ppt/tags/tag285.xml><?xml version="1.0" encoding="utf-8"?>
<p:tagLst xmlns:p="http://schemas.openxmlformats.org/presentationml/2006/main">
  <p:tag name="RAINPROBLEMTYPE" val="ProblemTypeMarker"/>
</p:tagLst>
</file>

<file path=ppt/tags/tag286.xml><?xml version="1.0" encoding="utf-8"?>
<p:tagLst xmlns:p="http://schemas.openxmlformats.org/presentationml/2006/main">
  <p:tag name="RAINPROBLEMTYPE" val="ProblemTypeMarker"/>
</p:tagLst>
</file>

<file path=ppt/tags/tag287.xml><?xml version="1.0" encoding="utf-8"?>
<p:tagLst xmlns:p="http://schemas.openxmlformats.org/presentationml/2006/main">
  <p:tag name="RAINPROBLEMTYPE" val="ProblemTypeMarker"/>
</p:tagLst>
</file>

<file path=ppt/tags/tag288.xml><?xml version="1.0" encoding="utf-8"?>
<p:tagLst xmlns:p="http://schemas.openxmlformats.org/presentationml/2006/main">
  <p:tag name="RAINPROBLEMTYPE" val="ProblemTypeMarker"/>
</p:tagLst>
</file>

<file path=ppt/tags/tag289.xml><?xml version="1.0" encoding="utf-8"?>
<p:tagLst xmlns:p="http://schemas.openxmlformats.org/presentationml/2006/main">
  <p:tag name="RAINPROBLEM" val="ProblemSetting"/>
  <p:tag name="RAINPROBLEMTYPE" val="MultipleChoice"/>
</p:tagLst>
</file>

<file path=ppt/tags/tag290.xml><?xml version="1.0" encoding="utf-8"?>
<p:tagLst xmlns:p="http://schemas.openxmlformats.org/presentationml/2006/main">
  <p:tag name="RAINPROBLEM" val="MultipleChoice"/>
  <p:tag name="PROBLEMSCORE" val="1.0"/>
</p:tagLst>
</file>

<file path=ppt/tags/tag291.xml><?xml version="1.0" encoding="utf-8"?>
<p:tagLst xmlns:p="http://schemas.openxmlformats.org/presentationml/2006/main">
  <p:tag name="RAINPROBLEM" val="ProblemBody"/>
</p:tagLst>
</file>

<file path=ppt/tags/tag292.xml><?xml version="1.0" encoding="utf-8"?>
<p:tagLst xmlns:p="http://schemas.openxmlformats.org/presentationml/2006/main">
  <p:tag name="RAINPROBLEM" val="ProblemItem"/>
</p:tagLst>
</file>

<file path=ppt/tags/tag2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4.xml><?xml version="1.0" encoding="utf-8"?>
<p:tagLst xmlns:p="http://schemas.openxmlformats.org/presentationml/2006/main">
  <p:tag name="RAINPROBLEM" val="ProblemItem"/>
</p:tagLst>
</file>

<file path=ppt/tags/tag2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6.xml><?xml version="1.0" encoding="utf-8"?>
<p:tagLst xmlns:p="http://schemas.openxmlformats.org/presentationml/2006/main">
  <p:tag name="RAINPROBLEM" val="ProblemItem"/>
</p:tagLst>
</file>

<file path=ppt/tags/tag29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98.xml><?xml version="1.0" encoding="utf-8"?>
<p:tagLst xmlns:p="http://schemas.openxmlformats.org/presentationml/2006/main">
  <p:tag name="RAINPROBLEM" val="ProblemItem"/>
</p:tagLst>
</file>

<file path=ppt/tags/tag29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0.xml><?xml version="1.0" encoding="utf-8"?>
<p:tagLst xmlns:p="http://schemas.openxmlformats.org/presentationml/2006/main">
  <p:tag name="RAINPROBLEMTYPE" val="ProblemTypeMarker"/>
</p:tagLst>
</file>

<file path=ppt/tags/tag301.xml><?xml version="1.0" encoding="utf-8"?>
<p:tagLst xmlns:p="http://schemas.openxmlformats.org/presentationml/2006/main">
  <p:tag name="RAINPROBLEMTYPE" val="ProblemTypeMarker"/>
</p:tagLst>
</file>

<file path=ppt/tags/tag302.xml><?xml version="1.0" encoding="utf-8"?>
<p:tagLst xmlns:p="http://schemas.openxmlformats.org/presentationml/2006/main">
  <p:tag name="RAINPROBLEMTYPE" val="ProblemTypeMarker"/>
</p:tagLst>
</file>

<file path=ppt/tags/tag303.xml><?xml version="1.0" encoding="utf-8"?>
<p:tagLst xmlns:p="http://schemas.openxmlformats.org/presentationml/2006/main">
  <p:tag name="RAINPROBLEMTYPE" val="ProblemTypeMarker"/>
</p:tagLst>
</file>

<file path=ppt/tags/tag304.xml><?xml version="1.0" encoding="utf-8"?>
<p:tagLst xmlns:p="http://schemas.openxmlformats.org/presentationml/2006/main">
  <p:tag name="RAINPROBLEMTYPE" val="ProblemTypeMarker"/>
</p:tagLst>
</file>

<file path=ppt/tags/tag305.xml><?xml version="1.0" encoding="utf-8"?>
<p:tagLst xmlns:p="http://schemas.openxmlformats.org/presentationml/2006/main">
  <p:tag name="RAINPROBLEM" val="ProblemSetting"/>
  <p:tag name="RAINPROBLEMTYPE" val="MultipleChoice"/>
</p:tagLst>
</file>

<file path=ppt/tags/tag306.xml><?xml version="1.0" encoding="utf-8"?>
<p:tagLst xmlns:p="http://schemas.openxmlformats.org/presentationml/2006/main">
  <p:tag name="RAINPROBLEM" val="MultipleChoice"/>
  <p:tag name="PROBLEMSCORE" val="1.0"/>
</p:tagLst>
</file>

<file path=ppt/tags/tag307.xml><?xml version="1.0" encoding="utf-8"?>
<p:tagLst xmlns:p="http://schemas.openxmlformats.org/presentationml/2006/main">
  <p:tag name="RAINPROBLEM" val="ProblemBody"/>
</p:tagLst>
</file>

<file path=ppt/tags/tag308.xml><?xml version="1.0" encoding="utf-8"?>
<p:tagLst xmlns:p="http://schemas.openxmlformats.org/presentationml/2006/main">
  <p:tag name="RAINPROBLEM" val="ProblemItem"/>
</p:tagLst>
</file>

<file path=ppt/tags/tag30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10.xml><?xml version="1.0" encoding="utf-8"?>
<p:tagLst xmlns:p="http://schemas.openxmlformats.org/presentationml/2006/main">
  <p:tag name="RAINPROBLEM" val="ProblemItem"/>
</p:tagLst>
</file>

<file path=ppt/tags/tag31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2.xml><?xml version="1.0" encoding="utf-8"?>
<p:tagLst xmlns:p="http://schemas.openxmlformats.org/presentationml/2006/main">
  <p:tag name="RAINPROBLEM" val="ProblemItem"/>
</p:tagLst>
</file>

<file path=ppt/tags/tag31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4.xml><?xml version="1.0" encoding="utf-8"?>
<p:tagLst xmlns:p="http://schemas.openxmlformats.org/presentationml/2006/main">
  <p:tag name="RAINPROBLEM" val="ProblemItem"/>
</p:tagLst>
</file>

<file path=ppt/tags/tag31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16.xml><?xml version="1.0" encoding="utf-8"?>
<p:tagLst xmlns:p="http://schemas.openxmlformats.org/presentationml/2006/main">
  <p:tag name="RAINPROBLEMTYPE" val="ProblemTypeMarker"/>
</p:tagLst>
</file>

<file path=ppt/tags/tag317.xml><?xml version="1.0" encoding="utf-8"?>
<p:tagLst xmlns:p="http://schemas.openxmlformats.org/presentationml/2006/main">
  <p:tag name="RAINPROBLEMTYPE" val="ProblemTypeMarker"/>
</p:tagLst>
</file>

<file path=ppt/tags/tag318.xml><?xml version="1.0" encoding="utf-8"?>
<p:tagLst xmlns:p="http://schemas.openxmlformats.org/presentationml/2006/main">
  <p:tag name="RAINPROBLEMTYPE" val="ProblemTypeMarker"/>
</p:tagLst>
</file>

<file path=ppt/tags/tag319.xml><?xml version="1.0" encoding="utf-8"?>
<p:tagLst xmlns:p="http://schemas.openxmlformats.org/presentationml/2006/main">
  <p:tag name="RAINPROBLEMTYPE" val="ProblemTypeMarker"/>
</p:tagLst>
</file>

<file path=ppt/tags/tag320.xml><?xml version="1.0" encoding="utf-8"?>
<p:tagLst xmlns:p="http://schemas.openxmlformats.org/presentationml/2006/main">
  <p:tag name="RAINPROBLEMTYPE" val="ProblemTypeMarker"/>
</p:tagLst>
</file>

<file path=ppt/tags/tag321.xml><?xml version="1.0" encoding="utf-8"?>
<p:tagLst xmlns:p="http://schemas.openxmlformats.org/presentationml/2006/main">
  <p:tag name="RAINPROBLEM" val="ProblemSetting"/>
  <p:tag name="RAINPROBLEMTYPE" val="MultipleChoice"/>
</p:tagLst>
</file>

<file path=ppt/tags/tag322.xml><?xml version="1.0" encoding="utf-8"?>
<p:tagLst xmlns:p="http://schemas.openxmlformats.org/presentationml/2006/main">
  <p:tag name="RAINPROBLEM" val="MultipleChoice"/>
  <p:tag name="PROBLEMSCORE" val="1.0"/>
</p:tagLst>
</file>

<file path=ppt/tags/tag323.xml><?xml version="1.0" encoding="utf-8"?>
<p:tagLst xmlns:p="http://schemas.openxmlformats.org/presentationml/2006/main">
  <p:tag name="RAINPROBLEM" val="ProblemBody"/>
</p:tagLst>
</file>

<file path=ppt/tags/tag324.xml><?xml version="1.0" encoding="utf-8"?>
<p:tagLst xmlns:p="http://schemas.openxmlformats.org/presentationml/2006/main">
  <p:tag name="RAINPROBLEM" val="ProblemItem"/>
</p:tagLst>
</file>

<file path=ppt/tags/tag3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26.xml><?xml version="1.0" encoding="utf-8"?>
<p:tagLst xmlns:p="http://schemas.openxmlformats.org/presentationml/2006/main">
  <p:tag name="RAINPROBLEM" val="ProblemItem"/>
</p:tagLst>
</file>

<file path=ppt/tags/tag3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28.xml><?xml version="1.0" encoding="utf-8"?>
<p:tagLst xmlns:p="http://schemas.openxmlformats.org/presentationml/2006/main">
  <p:tag name="RAINPROBLEM" val="ProblemItem"/>
</p:tagLst>
</file>

<file path=ppt/tags/tag32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30.xml><?xml version="1.0" encoding="utf-8"?>
<p:tagLst xmlns:p="http://schemas.openxmlformats.org/presentationml/2006/main">
  <p:tag name="RAINPROBLEM" val="ProblemItem"/>
</p:tagLst>
</file>

<file path=ppt/tags/tag33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32.xml><?xml version="1.0" encoding="utf-8"?>
<p:tagLst xmlns:p="http://schemas.openxmlformats.org/presentationml/2006/main">
  <p:tag name="RAINPROBLEMTYPE" val="ProblemTypeMarker"/>
</p:tagLst>
</file>

<file path=ppt/tags/tag333.xml><?xml version="1.0" encoding="utf-8"?>
<p:tagLst xmlns:p="http://schemas.openxmlformats.org/presentationml/2006/main">
  <p:tag name="RAINPROBLEMTYPE" val="ProblemTypeMarker"/>
</p:tagLst>
</file>

<file path=ppt/tags/tag334.xml><?xml version="1.0" encoding="utf-8"?>
<p:tagLst xmlns:p="http://schemas.openxmlformats.org/presentationml/2006/main">
  <p:tag name="RAINPROBLEMTYPE" val="ProblemTypeMarker"/>
</p:tagLst>
</file>

<file path=ppt/tags/tag335.xml><?xml version="1.0" encoding="utf-8"?>
<p:tagLst xmlns:p="http://schemas.openxmlformats.org/presentationml/2006/main">
  <p:tag name="RAINPROBLEMTYPE" val="ProblemTypeMarker"/>
</p:tagLst>
</file>

<file path=ppt/tags/tag336.xml><?xml version="1.0" encoding="utf-8"?>
<p:tagLst xmlns:p="http://schemas.openxmlformats.org/presentationml/2006/main">
  <p:tag name="RAINPROBLEMTYPE" val="ProblemTypeMarker"/>
</p:tagLst>
</file>

<file path=ppt/tags/tag337.xml><?xml version="1.0" encoding="utf-8"?>
<p:tagLst xmlns:p="http://schemas.openxmlformats.org/presentationml/2006/main">
  <p:tag name="RAINPROBLEM" val="ProblemSetting"/>
  <p:tag name="RAINPROBLEMTYPE" val="MultipleChoice"/>
</p:tagLst>
</file>

<file path=ppt/tags/tag338.xml><?xml version="1.0" encoding="utf-8"?>
<p:tagLst xmlns:p="http://schemas.openxmlformats.org/presentationml/2006/main">
  <p:tag name="RAINPROBLEM" val="MultipleChoice"/>
  <p:tag name="PROBLEMSCORE" val="1.0"/>
</p:tagLst>
</file>

<file path=ppt/tags/tag339.xml><?xml version="1.0" encoding="utf-8"?>
<p:tagLst xmlns:p="http://schemas.openxmlformats.org/presentationml/2006/main">
  <p:tag name="RAINPROBLEM" val="ProblemBody"/>
</p:tagLst>
</file>

<file path=ppt/tags/tag340.xml><?xml version="1.0" encoding="utf-8"?>
<p:tagLst xmlns:p="http://schemas.openxmlformats.org/presentationml/2006/main">
  <p:tag name="RAINPROBLEM" val="ProblemItem"/>
</p:tagLst>
</file>

<file path=ppt/tags/tag3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42.xml><?xml version="1.0" encoding="utf-8"?>
<p:tagLst xmlns:p="http://schemas.openxmlformats.org/presentationml/2006/main">
  <p:tag name="RAINPROBLEM" val="ProblemItem"/>
</p:tagLst>
</file>

<file path=ppt/tags/tag3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44.xml><?xml version="1.0" encoding="utf-8"?>
<p:tagLst xmlns:p="http://schemas.openxmlformats.org/presentationml/2006/main">
  <p:tag name="RAINPROBLEM" val="ProblemItem"/>
</p:tagLst>
</file>

<file path=ppt/tags/tag34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46.xml><?xml version="1.0" encoding="utf-8"?>
<p:tagLst xmlns:p="http://schemas.openxmlformats.org/presentationml/2006/main">
  <p:tag name="RAINPROBLEM" val="ProblemItem"/>
</p:tagLst>
</file>

<file path=ppt/tags/tag34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48.xml><?xml version="1.0" encoding="utf-8"?>
<p:tagLst xmlns:p="http://schemas.openxmlformats.org/presentationml/2006/main">
  <p:tag name="RAINPROBLEMTYPE" val="ProblemTypeMarker"/>
</p:tagLst>
</file>

<file path=ppt/tags/tag349.xml><?xml version="1.0" encoding="utf-8"?>
<p:tagLst xmlns:p="http://schemas.openxmlformats.org/presentationml/2006/main">
  <p:tag name="RAINPROBLEMTYPE" val="ProblemTypeMarker"/>
</p:tagLst>
</file>

<file path=ppt/tags/tag350.xml><?xml version="1.0" encoding="utf-8"?>
<p:tagLst xmlns:p="http://schemas.openxmlformats.org/presentationml/2006/main">
  <p:tag name="RAINPROBLEMTYPE" val="ProblemTypeMarker"/>
</p:tagLst>
</file>

<file path=ppt/tags/tag351.xml><?xml version="1.0" encoding="utf-8"?>
<p:tagLst xmlns:p="http://schemas.openxmlformats.org/presentationml/2006/main">
  <p:tag name="RAINPROBLEMTYPE" val="ProblemTypeMarker"/>
</p:tagLst>
</file>

<file path=ppt/tags/tag352.xml><?xml version="1.0" encoding="utf-8"?>
<p:tagLst xmlns:p="http://schemas.openxmlformats.org/presentationml/2006/main">
  <p:tag name="RAINPROBLEMTYPE" val="ProblemTypeMarker"/>
</p:tagLst>
</file>

<file path=ppt/tags/tag353.xml><?xml version="1.0" encoding="utf-8"?>
<p:tagLst xmlns:p="http://schemas.openxmlformats.org/presentationml/2006/main">
  <p:tag name="RAINPROBLEM" val="ProblemSetting"/>
  <p:tag name="RAINPROBLEMTYPE" val="MultipleChoice"/>
</p:tagLst>
</file>

<file path=ppt/tags/tag354.xml><?xml version="1.0" encoding="utf-8"?>
<p:tagLst xmlns:p="http://schemas.openxmlformats.org/presentationml/2006/main">
  <p:tag name="RAINPROBLEM" val="MultipleChoice"/>
  <p:tag name="PROBLEMSCORE" val="1.0"/>
</p:tagLst>
</file>

<file path=ppt/tags/tag355.xml><?xml version="1.0" encoding="utf-8"?>
<p:tagLst xmlns:p="http://schemas.openxmlformats.org/presentationml/2006/main">
  <p:tag name="RAINPROBLEM" val="ProblemBody"/>
</p:tagLst>
</file>

<file path=ppt/tags/tag356.xml><?xml version="1.0" encoding="utf-8"?>
<p:tagLst xmlns:p="http://schemas.openxmlformats.org/presentationml/2006/main">
  <p:tag name="RAINPROBLEM" val="ProblemItem"/>
</p:tagLst>
</file>

<file path=ppt/tags/tag35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58.xml><?xml version="1.0" encoding="utf-8"?>
<p:tagLst xmlns:p="http://schemas.openxmlformats.org/presentationml/2006/main">
  <p:tag name="RAINPROBLEM" val="ProblemItem"/>
</p:tagLst>
</file>

<file path=ppt/tags/tag3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60.xml><?xml version="1.0" encoding="utf-8"?>
<p:tagLst xmlns:p="http://schemas.openxmlformats.org/presentationml/2006/main">
  <p:tag name="RAINPROBLEM" val="ProblemItem"/>
</p:tagLst>
</file>

<file path=ppt/tags/tag36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62.xml><?xml version="1.0" encoding="utf-8"?>
<p:tagLst xmlns:p="http://schemas.openxmlformats.org/presentationml/2006/main">
  <p:tag name="RAINPROBLEM" val="ProblemItem"/>
</p:tagLst>
</file>

<file path=ppt/tags/tag36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64.xml><?xml version="1.0" encoding="utf-8"?>
<p:tagLst xmlns:p="http://schemas.openxmlformats.org/presentationml/2006/main">
  <p:tag name="RAINPROBLEMTYPE" val="ProblemTypeMarker"/>
</p:tagLst>
</file>

<file path=ppt/tags/tag365.xml><?xml version="1.0" encoding="utf-8"?>
<p:tagLst xmlns:p="http://schemas.openxmlformats.org/presentationml/2006/main">
  <p:tag name="RAINPROBLEMTYPE" val="ProblemTypeMarker"/>
</p:tagLst>
</file>

<file path=ppt/tags/tag366.xml><?xml version="1.0" encoding="utf-8"?>
<p:tagLst xmlns:p="http://schemas.openxmlformats.org/presentationml/2006/main">
  <p:tag name="RAINPROBLEMTYPE" val="ProblemTypeMarker"/>
</p:tagLst>
</file>

<file path=ppt/tags/tag367.xml><?xml version="1.0" encoding="utf-8"?>
<p:tagLst xmlns:p="http://schemas.openxmlformats.org/presentationml/2006/main">
  <p:tag name="RAINPROBLEMTYPE" val="ProblemTypeMarker"/>
</p:tagLst>
</file>

<file path=ppt/tags/tag368.xml><?xml version="1.0" encoding="utf-8"?>
<p:tagLst xmlns:p="http://schemas.openxmlformats.org/presentationml/2006/main">
  <p:tag name="RAINPROBLEMTYPE" val="ProblemTypeMarker"/>
</p:tagLst>
</file>

<file path=ppt/tags/tag369.xml><?xml version="1.0" encoding="utf-8"?>
<p:tagLst xmlns:p="http://schemas.openxmlformats.org/presentationml/2006/main">
  <p:tag name="RAINPROBLEM" val="ProblemSetting"/>
  <p:tag name="RAINPROBLEMTYPE" val="MultipleChoice"/>
</p:tagLst>
</file>

<file path=ppt/tags/tag370.xml><?xml version="1.0" encoding="utf-8"?>
<p:tagLst xmlns:p="http://schemas.openxmlformats.org/presentationml/2006/main">
  <p:tag name="RAINPROBLEM" val="MultipleChoice"/>
  <p:tag name="PROBLEMSCORE" val="1.0"/>
</p:tagLst>
</file>

<file path=ppt/tags/tag371.xml><?xml version="1.0" encoding="utf-8"?>
<p:tagLst xmlns:p="http://schemas.openxmlformats.org/presentationml/2006/main">
  <p:tag name="RAINPROBLEM" val="ProblemBody"/>
</p:tagLst>
</file>

<file path=ppt/tags/tag372.xml><?xml version="1.0" encoding="utf-8"?>
<p:tagLst xmlns:p="http://schemas.openxmlformats.org/presentationml/2006/main">
  <p:tag name="RAINPROBLEM" val="ProblemItem"/>
</p:tagLst>
</file>

<file path=ppt/tags/tag3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74.xml><?xml version="1.0" encoding="utf-8"?>
<p:tagLst xmlns:p="http://schemas.openxmlformats.org/presentationml/2006/main">
  <p:tag name="RAINPROBLEM" val="ProblemItem"/>
</p:tagLst>
</file>

<file path=ppt/tags/tag3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76.xml><?xml version="1.0" encoding="utf-8"?>
<p:tagLst xmlns:p="http://schemas.openxmlformats.org/presentationml/2006/main">
  <p:tag name="RAINPROBLEM" val="ProblemItem"/>
</p:tagLst>
</file>

<file path=ppt/tags/tag3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78.xml><?xml version="1.0" encoding="utf-8"?>
<p:tagLst xmlns:p="http://schemas.openxmlformats.org/presentationml/2006/main">
  <p:tag name="RAINPROBLEM" val="ProblemItem"/>
</p:tagLst>
</file>

<file path=ppt/tags/tag37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80.xml><?xml version="1.0" encoding="utf-8"?>
<p:tagLst xmlns:p="http://schemas.openxmlformats.org/presentationml/2006/main">
  <p:tag name="RAINPROBLEMTYPE" val="ProblemTypeMarker"/>
</p:tagLst>
</file>

<file path=ppt/tags/tag381.xml><?xml version="1.0" encoding="utf-8"?>
<p:tagLst xmlns:p="http://schemas.openxmlformats.org/presentationml/2006/main">
  <p:tag name="RAINPROBLEMTYPE" val="ProblemTypeMarker"/>
</p:tagLst>
</file>

<file path=ppt/tags/tag382.xml><?xml version="1.0" encoding="utf-8"?>
<p:tagLst xmlns:p="http://schemas.openxmlformats.org/presentationml/2006/main">
  <p:tag name="RAINPROBLEMTYPE" val="ProblemTypeMarker"/>
</p:tagLst>
</file>

<file path=ppt/tags/tag383.xml><?xml version="1.0" encoding="utf-8"?>
<p:tagLst xmlns:p="http://schemas.openxmlformats.org/presentationml/2006/main">
  <p:tag name="RAINPROBLEMTYPE" val="ProblemTypeMarker"/>
</p:tagLst>
</file>

<file path=ppt/tags/tag384.xml><?xml version="1.0" encoding="utf-8"?>
<p:tagLst xmlns:p="http://schemas.openxmlformats.org/presentationml/2006/main">
  <p:tag name="RAINPROBLEMTYPE" val="ProblemTypeMarker"/>
</p:tagLst>
</file>

<file path=ppt/tags/tag385.xml><?xml version="1.0" encoding="utf-8"?>
<p:tagLst xmlns:p="http://schemas.openxmlformats.org/presentationml/2006/main">
  <p:tag name="RAINPROBLEM" val="ProblemSetting"/>
  <p:tag name="RAINPROBLEMTYPE" val="MultipleChoice"/>
</p:tagLst>
</file>

<file path=ppt/tags/tag386.xml><?xml version="1.0" encoding="utf-8"?>
<p:tagLst xmlns:p="http://schemas.openxmlformats.org/presentationml/2006/main">
  <p:tag name="RAINPROBLEM" val="MultipleChoice"/>
  <p:tag name="PROBLEMSCORE" val="1.0"/>
</p:tagLst>
</file>

<file path=ppt/tags/tag387.xml><?xml version="1.0" encoding="utf-8"?>
<p:tagLst xmlns:p="http://schemas.openxmlformats.org/presentationml/2006/main">
  <p:tag name="RAINPROBLEM" val="ProblemBody"/>
</p:tagLst>
</file>

<file path=ppt/tags/tag388.xml><?xml version="1.0" encoding="utf-8"?>
<p:tagLst xmlns:p="http://schemas.openxmlformats.org/presentationml/2006/main">
  <p:tag name="RAINPROBLEM" val="ProblemItem"/>
</p:tagLst>
</file>

<file path=ppt/tags/tag38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90.xml><?xml version="1.0" encoding="utf-8"?>
<p:tagLst xmlns:p="http://schemas.openxmlformats.org/presentationml/2006/main">
  <p:tag name="RAINPROBLEM" val="ProblemItem"/>
</p:tagLst>
</file>

<file path=ppt/tags/tag39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92.xml><?xml version="1.0" encoding="utf-8"?>
<p:tagLst xmlns:p="http://schemas.openxmlformats.org/presentationml/2006/main">
  <p:tag name="RAINPROBLEM" val="ProblemItem"/>
</p:tagLst>
</file>

<file path=ppt/tags/tag3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94.xml><?xml version="1.0" encoding="utf-8"?>
<p:tagLst xmlns:p="http://schemas.openxmlformats.org/presentationml/2006/main">
  <p:tag name="RAINPROBLEM" val="ProblemItem"/>
</p:tagLst>
</file>

<file path=ppt/tags/tag3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96.xml><?xml version="1.0" encoding="utf-8"?>
<p:tagLst xmlns:p="http://schemas.openxmlformats.org/presentationml/2006/main">
  <p:tag name="RAINPROBLEMTYPE" val="ProblemTypeMarker"/>
</p:tagLst>
</file>

<file path=ppt/tags/tag397.xml><?xml version="1.0" encoding="utf-8"?>
<p:tagLst xmlns:p="http://schemas.openxmlformats.org/presentationml/2006/main">
  <p:tag name="RAINPROBLEMTYPE" val="ProblemTypeMarker"/>
</p:tagLst>
</file>

<file path=ppt/tags/tag398.xml><?xml version="1.0" encoding="utf-8"?>
<p:tagLst xmlns:p="http://schemas.openxmlformats.org/presentationml/2006/main">
  <p:tag name="RAINPROBLEMTYPE" val="ProblemTypeMarker"/>
</p:tagLst>
</file>

<file path=ppt/tags/tag399.xml><?xml version="1.0" encoding="utf-8"?>
<p:tagLst xmlns:p="http://schemas.openxmlformats.org/presentationml/2006/main">
  <p:tag name="RAINPROBLEMTYPE" val="ProblemTypeMarker"/>
</p:tagLst>
</file>

<file path=ppt/tags/tag400.xml><?xml version="1.0" encoding="utf-8"?>
<p:tagLst xmlns:p="http://schemas.openxmlformats.org/presentationml/2006/main">
  <p:tag name="RAINPROBLEMTYPE" val="ProblemTypeMarker"/>
</p:tagLst>
</file>

<file path=ppt/tags/tag401.xml><?xml version="1.0" encoding="utf-8"?>
<p:tagLst xmlns:p="http://schemas.openxmlformats.org/presentationml/2006/main">
  <p:tag name="RAINPROBLEM" val="ProblemSetting"/>
  <p:tag name="RAINPROBLEMTYPE" val="MultipleChoice"/>
</p:tagLst>
</file>

<file path=ppt/tags/tag402.xml><?xml version="1.0" encoding="utf-8"?>
<p:tagLst xmlns:p="http://schemas.openxmlformats.org/presentationml/2006/main">
  <p:tag name="RAINPROBLEM" val="MultipleChoice"/>
  <p:tag name="PROBLEMSCORE" val="1.0"/>
</p:tagLst>
</file>

<file path=ppt/tags/tag403.xml><?xml version="1.0" encoding="utf-8"?>
<p:tagLst xmlns:p="http://schemas.openxmlformats.org/presentationml/2006/main">
  <p:tag name="RAINPROBLEM" val="ProblemBody"/>
</p:tagLst>
</file>

<file path=ppt/tags/tag404.xml><?xml version="1.0" encoding="utf-8"?>
<p:tagLst xmlns:p="http://schemas.openxmlformats.org/presentationml/2006/main">
  <p:tag name="RAINPROBLEM" val="ProblemItem"/>
</p:tagLst>
</file>

<file path=ppt/tags/tag40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06.xml><?xml version="1.0" encoding="utf-8"?>
<p:tagLst xmlns:p="http://schemas.openxmlformats.org/presentationml/2006/main">
  <p:tag name="RAINPROBLEM" val="ProblemItem"/>
</p:tagLst>
</file>

<file path=ppt/tags/tag40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08.xml><?xml version="1.0" encoding="utf-8"?>
<p:tagLst xmlns:p="http://schemas.openxmlformats.org/presentationml/2006/main">
  <p:tag name="RAINPROBLEM" val="ProblemItem"/>
</p:tagLst>
</file>

<file path=ppt/tags/tag40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10.xml><?xml version="1.0" encoding="utf-8"?>
<p:tagLst xmlns:p="http://schemas.openxmlformats.org/presentationml/2006/main">
  <p:tag name="RAINPROBLEM" val="ProblemItem"/>
</p:tagLst>
</file>

<file path=ppt/tags/tag41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12.xml><?xml version="1.0" encoding="utf-8"?>
<p:tagLst xmlns:p="http://schemas.openxmlformats.org/presentationml/2006/main">
  <p:tag name="RAINPROBLEMTYPE" val="ProblemTypeMarker"/>
</p:tagLst>
</file>

<file path=ppt/tags/tag413.xml><?xml version="1.0" encoding="utf-8"?>
<p:tagLst xmlns:p="http://schemas.openxmlformats.org/presentationml/2006/main">
  <p:tag name="RAINPROBLEMTYPE" val="ProblemTypeMarker"/>
</p:tagLst>
</file>

<file path=ppt/tags/tag414.xml><?xml version="1.0" encoding="utf-8"?>
<p:tagLst xmlns:p="http://schemas.openxmlformats.org/presentationml/2006/main">
  <p:tag name="RAINPROBLEMTYPE" val="ProblemTypeMarker"/>
</p:tagLst>
</file>

<file path=ppt/tags/tag415.xml><?xml version="1.0" encoding="utf-8"?>
<p:tagLst xmlns:p="http://schemas.openxmlformats.org/presentationml/2006/main">
  <p:tag name="RAINPROBLEMTYPE" val="ProblemTypeMarker"/>
</p:tagLst>
</file>

<file path=ppt/tags/tag416.xml><?xml version="1.0" encoding="utf-8"?>
<p:tagLst xmlns:p="http://schemas.openxmlformats.org/presentationml/2006/main">
  <p:tag name="RAINPROBLEMTYPE" val="ProblemTypeMarker"/>
</p:tagLst>
</file>

<file path=ppt/tags/tag417.xml><?xml version="1.0" encoding="utf-8"?>
<p:tagLst xmlns:p="http://schemas.openxmlformats.org/presentationml/2006/main">
  <p:tag name="RAINPROBLEM" val="ProblemSetting"/>
  <p:tag name="RAINPROBLEMTYPE" val="MultipleChoice"/>
</p:tagLst>
</file>

<file path=ppt/tags/tag418.xml><?xml version="1.0" encoding="utf-8"?>
<p:tagLst xmlns:p="http://schemas.openxmlformats.org/presentationml/2006/main">
  <p:tag name="RAINPROBLEM" val="MultipleChoice"/>
  <p:tag name="PROBLEMSCORE" val="1.0"/>
</p:tagLst>
</file>

<file path=ppt/tags/tag419.xml><?xml version="1.0" encoding="utf-8"?>
<p:tagLst xmlns:p="http://schemas.openxmlformats.org/presentationml/2006/main">
  <p:tag name="RAINPROBLEM" val="ProblemBody"/>
</p:tagLst>
</file>

<file path=ppt/tags/tag420.xml><?xml version="1.0" encoding="utf-8"?>
<p:tagLst xmlns:p="http://schemas.openxmlformats.org/presentationml/2006/main">
  <p:tag name="RAINPROBLEM" val="ProblemItem"/>
</p:tagLst>
</file>

<file path=ppt/tags/tag42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22.xml><?xml version="1.0" encoding="utf-8"?>
<p:tagLst xmlns:p="http://schemas.openxmlformats.org/presentationml/2006/main">
  <p:tag name="RAINPROBLEM" val="ProblemItem"/>
</p:tagLst>
</file>

<file path=ppt/tags/tag4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4.xml><?xml version="1.0" encoding="utf-8"?>
<p:tagLst xmlns:p="http://schemas.openxmlformats.org/presentationml/2006/main">
  <p:tag name="RAINPROBLEM" val="ProblemItem"/>
</p:tagLst>
</file>

<file path=ppt/tags/tag4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6.xml><?xml version="1.0" encoding="utf-8"?>
<p:tagLst xmlns:p="http://schemas.openxmlformats.org/presentationml/2006/main">
  <p:tag name="RAINPROBLEM" val="ProblemItem"/>
</p:tagLst>
</file>

<file path=ppt/tags/tag4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8.xml><?xml version="1.0" encoding="utf-8"?>
<p:tagLst xmlns:p="http://schemas.openxmlformats.org/presentationml/2006/main">
  <p:tag name="RAINPROBLEMTYPE" val="ProblemTypeMarker"/>
</p:tagLst>
</file>

<file path=ppt/tags/tag429.xml><?xml version="1.0" encoding="utf-8"?>
<p:tagLst xmlns:p="http://schemas.openxmlformats.org/presentationml/2006/main">
  <p:tag name="RAINPROBLEMTYPE" val="ProblemTypeMarker"/>
</p:tagLst>
</file>

<file path=ppt/tags/tag430.xml><?xml version="1.0" encoding="utf-8"?>
<p:tagLst xmlns:p="http://schemas.openxmlformats.org/presentationml/2006/main">
  <p:tag name="RAINPROBLEMTYPE" val="ProblemTypeMarker"/>
</p:tagLst>
</file>

<file path=ppt/tags/tag431.xml><?xml version="1.0" encoding="utf-8"?>
<p:tagLst xmlns:p="http://schemas.openxmlformats.org/presentationml/2006/main">
  <p:tag name="RAINPROBLEMTYPE" val="ProblemTypeMarker"/>
</p:tagLst>
</file>

<file path=ppt/tags/tag432.xml><?xml version="1.0" encoding="utf-8"?>
<p:tagLst xmlns:p="http://schemas.openxmlformats.org/presentationml/2006/main">
  <p:tag name="RAINPROBLEMTYPE" val="ProblemTypeMarker"/>
</p:tagLst>
</file>

<file path=ppt/tags/tag433.xml><?xml version="1.0" encoding="utf-8"?>
<p:tagLst xmlns:p="http://schemas.openxmlformats.org/presentationml/2006/main">
  <p:tag name="RAINPROBLEM" val="ProblemSetting"/>
  <p:tag name="RAINPROBLEMTYPE" val="MultipleChoice"/>
</p:tagLst>
</file>

<file path=ppt/tags/tag434.xml><?xml version="1.0" encoding="utf-8"?>
<p:tagLst xmlns:p="http://schemas.openxmlformats.org/presentationml/2006/main">
  <p:tag name="RAINPROBLEM" val="MultipleChoice"/>
  <p:tag name="PROBLEMSCORE" val="1.0"/>
</p:tagLst>
</file>

<file path=ppt/tags/tag435.xml><?xml version="1.0" encoding="utf-8"?>
<p:tagLst xmlns:p="http://schemas.openxmlformats.org/presentationml/2006/main">
  <p:tag name="RAINPROBLEM" val="ProblemBody"/>
</p:tagLst>
</file>

<file path=ppt/tags/tag436.xml><?xml version="1.0" encoding="utf-8"?>
<p:tagLst xmlns:p="http://schemas.openxmlformats.org/presentationml/2006/main">
  <p:tag name="RAINPROBLEM" val="ProblemItem"/>
</p:tagLst>
</file>

<file path=ppt/tags/tag43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38.xml><?xml version="1.0" encoding="utf-8"?>
<p:tagLst xmlns:p="http://schemas.openxmlformats.org/presentationml/2006/main">
  <p:tag name="RAINPROBLEM" val="ProblemItem"/>
</p:tagLst>
</file>

<file path=ppt/tags/tag43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0.xml><?xml version="1.0" encoding="utf-8"?>
<p:tagLst xmlns:p="http://schemas.openxmlformats.org/presentationml/2006/main">
  <p:tag name="RAINPROBLEM" val="ProblemItem"/>
</p:tagLst>
</file>

<file path=ppt/tags/tag44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42.xml><?xml version="1.0" encoding="utf-8"?>
<p:tagLst xmlns:p="http://schemas.openxmlformats.org/presentationml/2006/main">
  <p:tag name="RAINPROBLEM" val="ProblemItem"/>
</p:tagLst>
</file>

<file path=ppt/tags/tag4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4.xml><?xml version="1.0" encoding="utf-8"?>
<p:tagLst xmlns:p="http://schemas.openxmlformats.org/presentationml/2006/main">
  <p:tag name="RAINPROBLEMTYPE" val="ProblemTypeMarker"/>
</p:tagLst>
</file>

<file path=ppt/tags/tag445.xml><?xml version="1.0" encoding="utf-8"?>
<p:tagLst xmlns:p="http://schemas.openxmlformats.org/presentationml/2006/main">
  <p:tag name="RAINPROBLEMTYPE" val="ProblemTypeMarker"/>
</p:tagLst>
</file>

<file path=ppt/tags/tag446.xml><?xml version="1.0" encoding="utf-8"?>
<p:tagLst xmlns:p="http://schemas.openxmlformats.org/presentationml/2006/main">
  <p:tag name="RAINPROBLEMTYPE" val="ProblemTypeMarker"/>
</p:tagLst>
</file>

<file path=ppt/tags/tag447.xml><?xml version="1.0" encoding="utf-8"?>
<p:tagLst xmlns:p="http://schemas.openxmlformats.org/presentationml/2006/main">
  <p:tag name="RAINPROBLEMTYPE" val="ProblemTypeMarker"/>
</p:tagLst>
</file>

<file path=ppt/tags/tag448.xml><?xml version="1.0" encoding="utf-8"?>
<p:tagLst xmlns:p="http://schemas.openxmlformats.org/presentationml/2006/main">
  <p:tag name="RAINPROBLEMTYPE" val="ProblemTypeMarker"/>
</p:tagLst>
</file>

<file path=ppt/tags/tag449.xml><?xml version="1.0" encoding="utf-8"?>
<p:tagLst xmlns:p="http://schemas.openxmlformats.org/presentationml/2006/main">
  <p:tag name="RAINPROBLEM" val="ProblemSetting"/>
  <p:tag name="RAINPROBLEMTYPE" val="MultipleChoice"/>
</p:tagLst>
</file>

<file path=ppt/tags/tag450.xml><?xml version="1.0" encoding="utf-8"?>
<p:tagLst xmlns:p="http://schemas.openxmlformats.org/presentationml/2006/main">
  <p:tag name="RAINPROBLEM" val="MultipleChoice"/>
  <p:tag name="PROBLEMSCORE" val="1.0"/>
</p:tagLst>
</file>

<file path=ppt/tags/tag451.xml><?xml version="1.0" encoding="utf-8"?>
<p:tagLst xmlns:p="http://schemas.openxmlformats.org/presentationml/2006/main">
  <p:tag name="RAINPROBLEM" val="ProblemBody"/>
</p:tagLst>
</file>

<file path=ppt/tags/tag452.xml><?xml version="1.0" encoding="utf-8"?>
<p:tagLst xmlns:p="http://schemas.openxmlformats.org/presentationml/2006/main">
  <p:tag name="RAINPROBLEM" val="ProblemItem"/>
</p:tagLst>
</file>

<file path=ppt/tags/tag45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54.xml><?xml version="1.0" encoding="utf-8"?>
<p:tagLst xmlns:p="http://schemas.openxmlformats.org/presentationml/2006/main">
  <p:tag name="RAINPROBLEM" val="ProblemItem"/>
</p:tagLst>
</file>

<file path=ppt/tags/tag45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56.xml><?xml version="1.0" encoding="utf-8"?>
<p:tagLst xmlns:p="http://schemas.openxmlformats.org/presentationml/2006/main">
  <p:tag name="RAINPROBLEM" val="ProblemItem"/>
</p:tagLst>
</file>

<file path=ppt/tags/tag45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58.xml><?xml version="1.0" encoding="utf-8"?>
<p:tagLst xmlns:p="http://schemas.openxmlformats.org/presentationml/2006/main">
  <p:tag name="RAINPROBLEM" val="ProblemItem"/>
</p:tagLst>
</file>

<file path=ppt/tags/tag4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60.xml><?xml version="1.0" encoding="utf-8"?>
<p:tagLst xmlns:p="http://schemas.openxmlformats.org/presentationml/2006/main">
  <p:tag name="RAINPROBLEMTYPE" val="ProblemTypeMarker"/>
</p:tagLst>
</file>

<file path=ppt/tags/tag461.xml><?xml version="1.0" encoding="utf-8"?>
<p:tagLst xmlns:p="http://schemas.openxmlformats.org/presentationml/2006/main">
  <p:tag name="RAINPROBLEMTYPE" val="ProblemTypeMarker"/>
</p:tagLst>
</file>

<file path=ppt/tags/tag462.xml><?xml version="1.0" encoding="utf-8"?>
<p:tagLst xmlns:p="http://schemas.openxmlformats.org/presentationml/2006/main">
  <p:tag name="RAINPROBLEMTYPE" val="ProblemTypeMarker"/>
</p:tagLst>
</file>

<file path=ppt/tags/tag463.xml><?xml version="1.0" encoding="utf-8"?>
<p:tagLst xmlns:p="http://schemas.openxmlformats.org/presentationml/2006/main">
  <p:tag name="RAINPROBLEMTYPE" val="ProblemTypeMarker"/>
</p:tagLst>
</file>

<file path=ppt/tags/tag464.xml><?xml version="1.0" encoding="utf-8"?>
<p:tagLst xmlns:p="http://schemas.openxmlformats.org/presentationml/2006/main">
  <p:tag name="RAINPROBLEMTYPE" val="ProblemTypeMarker"/>
</p:tagLst>
</file>

<file path=ppt/tags/tag465.xml><?xml version="1.0" encoding="utf-8"?>
<p:tagLst xmlns:p="http://schemas.openxmlformats.org/presentationml/2006/main">
  <p:tag name="RAINPROBLEM" val="ProblemSetting"/>
  <p:tag name="RAINPROBLEMTYPE" val="MultipleChoice"/>
</p:tagLst>
</file>

<file path=ppt/tags/tag466.xml><?xml version="1.0" encoding="utf-8"?>
<p:tagLst xmlns:p="http://schemas.openxmlformats.org/presentationml/2006/main">
  <p:tag name="RAINPROBLEM" val="MultipleChoice"/>
  <p:tag name="PROBLEMSCORE" val="1.0"/>
</p:tagLst>
</file>

<file path=ppt/tags/tag467.xml><?xml version="1.0" encoding="utf-8"?>
<p:tagLst xmlns:p="http://schemas.openxmlformats.org/presentationml/2006/main">
  <p:tag name="RAINPROBLEM" val="ProblemBody"/>
</p:tagLst>
</file>

<file path=ppt/tags/tag468.xml><?xml version="1.0" encoding="utf-8"?>
<p:tagLst xmlns:p="http://schemas.openxmlformats.org/presentationml/2006/main">
  <p:tag name="RAINPROBLEM" val="ProblemItem"/>
</p:tagLst>
</file>

<file path=ppt/tags/tag4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70.xml><?xml version="1.0" encoding="utf-8"?>
<p:tagLst xmlns:p="http://schemas.openxmlformats.org/presentationml/2006/main">
  <p:tag name="RAINPROBLEM" val="ProblemItem"/>
</p:tagLst>
</file>

<file path=ppt/tags/tag4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72.xml><?xml version="1.0" encoding="utf-8"?>
<p:tagLst xmlns:p="http://schemas.openxmlformats.org/presentationml/2006/main">
  <p:tag name="RAINPROBLEM" val="ProblemItem"/>
</p:tagLst>
</file>

<file path=ppt/tags/tag4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74.xml><?xml version="1.0" encoding="utf-8"?>
<p:tagLst xmlns:p="http://schemas.openxmlformats.org/presentationml/2006/main">
  <p:tag name="RAINPROBLEM" val="ProblemItem"/>
</p:tagLst>
</file>

<file path=ppt/tags/tag47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76.xml><?xml version="1.0" encoding="utf-8"?>
<p:tagLst xmlns:p="http://schemas.openxmlformats.org/presentationml/2006/main">
  <p:tag name="RAINPROBLEMTYPE" val="ProblemTypeMarker"/>
</p:tagLst>
</file>

<file path=ppt/tags/tag477.xml><?xml version="1.0" encoding="utf-8"?>
<p:tagLst xmlns:p="http://schemas.openxmlformats.org/presentationml/2006/main">
  <p:tag name="RAINPROBLEMTYPE" val="ProblemTypeMarker"/>
</p:tagLst>
</file>

<file path=ppt/tags/tag478.xml><?xml version="1.0" encoding="utf-8"?>
<p:tagLst xmlns:p="http://schemas.openxmlformats.org/presentationml/2006/main">
  <p:tag name="RAINPROBLEMTYPE" val="ProblemTypeMarker"/>
</p:tagLst>
</file>

<file path=ppt/tags/tag479.xml><?xml version="1.0" encoding="utf-8"?>
<p:tagLst xmlns:p="http://schemas.openxmlformats.org/presentationml/2006/main">
  <p:tag name="RAINPROBLEMTYPE" val="ProblemTypeMarker"/>
</p:tagLst>
</file>

<file path=ppt/tags/tag480.xml><?xml version="1.0" encoding="utf-8"?>
<p:tagLst xmlns:p="http://schemas.openxmlformats.org/presentationml/2006/main">
  <p:tag name="RAINPROBLEMTYPE" val="ProblemTypeMarker"/>
</p:tagLst>
</file>

<file path=ppt/tags/tag481.xml><?xml version="1.0" encoding="utf-8"?>
<p:tagLst xmlns:p="http://schemas.openxmlformats.org/presentationml/2006/main">
  <p:tag name="RAINPROBLEM" val="ProblemSetting"/>
  <p:tag name="RAINPROBLEMTYPE" val="MultipleChoice"/>
</p:tagLst>
</file>

<file path=ppt/tags/tag482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6109</Words>
  <Application>WPS 演示</Application>
  <PresentationFormat>全屏显示(16:10)</PresentationFormat>
  <Paragraphs>666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等线 Light</vt:lpstr>
      <vt:lpstr>等线</vt:lpstr>
      <vt:lpstr>Arial Unicode MS</vt:lpstr>
      <vt:lpstr>Calibri</vt:lpstr>
      <vt:lpstr>Office 主题​​</vt:lpstr>
      <vt:lpstr>B2U3 词汇练习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wu</dc:creator>
  <cp:lastModifiedBy>Invincible Woody</cp:lastModifiedBy>
  <cp:revision>3</cp:revision>
  <dcterms:created xsi:type="dcterms:W3CDTF">2026-03-21T04:57:00Z</dcterms:created>
  <dcterms:modified xsi:type="dcterms:W3CDTF">2026-03-21T05:29:01Z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7B3596B1DF2D461E965965CE2CA9CD6F_12</vt:lpwstr>
  </property>
</Properties>
</file>
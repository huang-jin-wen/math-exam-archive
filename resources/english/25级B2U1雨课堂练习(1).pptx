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5715000" cy="9144000" type="screen16x10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18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/>
    <p:restoredTop sz="94660"/>
  </p:normalViewPr>
  <p:slideViewPr>
    <p:cSldViewPr snapToGrid="0" showGuides="1">
      <p:cViewPr varScale="1">
        <p:scale>
          <a:sx n="60" d="100"/>
          <a:sy n="60" d="100"/>
        </p:scale>
        <p:origin x="1872" y="58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pPr fontAlgn="auto"/>
            <a:r>
              <a:rPr lang="zh-CN" altLang="en-US" strike="noStrike" noProof="1"/>
              <a:t>请填写试卷标题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fontAlgn="auto"/>
            <a:fld id="{263DB197-84B0-484E-9C0F-88358ECCB79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2026/3/6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fontAlgn="auto"/>
            <a:fld id="{E077DA78-E013-4A8C-AD75-63A150561B10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285750" y="8475663"/>
            <a:ext cx="1333500" cy="485775"/>
          </a:xfrm>
          <a:prstGeom prst="rect">
            <a:avLst/>
          </a:prstGeom>
        </p:spPr>
        <p:txBody>
          <a:bodyPr/>
          <a:lstStyle/>
          <a:p>
            <a:pPr fontAlgn="auto"/>
            <a:fld id="{1BD9ECDD-C01A-4EE5-B5B2-707884760B68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2026/3/6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952625" y="8475663"/>
            <a:ext cx="1809750" cy="48577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095750" y="8475663"/>
            <a:ext cx="1333500" cy="485775"/>
          </a:xfrm>
          <a:prstGeom prst="rect">
            <a:avLst/>
          </a:prstGeom>
        </p:spPr>
        <p:txBody>
          <a:bodyPr/>
          <a:lstStyle/>
          <a:p>
            <a:pPr fontAlgn="auto"/>
            <a:fld id="{4088E5D2-40C2-45AB-BFDC-ECA28469BB9B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1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005840" algn="l"/>
          <a:tab pos="1005840" algn="l"/>
          <a:tab pos="1005840" algn="l"/>
          <a:tab pos="1005840" algn="l"/>
        </a:tabLst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image" Target="../media/image1.png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image" Target="../media/image1.png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image" Target="../media/image1.png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image" Target="../media/image1.png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image" Target="../media/image1.png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10" Type="http://schemas.openxmlformats.org/officeDocument/2006/relationships/tags" Target="../tags/tag77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tags" Target="../tags/tag96.xml"/><Relationship Id="rId18" Type="http://schemas.openxmlformats.org/officeDocument/2006/relationships/image" Target="../media/image1.png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tags" Target="../tags/tag95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6" Type="http://schemas.openxmlformats.org/officeDocument/2006/relationships/tags" Target="../tags/tag99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5" Type="http://schemas.openxmlformats.org/officeDocument/2006/relationships/tags" Target="../tags/tag88.xml"/><Relationship Id="rId15" Type="http://schemas.openxmlformats.org/officeDocument/2006/relationships/tags" Target="../tags/tag98.xml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tags" Target="../tags/tag9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tags" Target="../tags/tag112.xml"/><Relationship Id="rId18" Type="http://schemas.openxmlformats.org/officeDocument/2006/relationships/image" Target="../media/image1.png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6" Type="http://schemas.openxmlformats.org/officeDocument/2006/relationships/tags" Target="../tags/tag115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5" Type="http://schemas.openxmlformats.org/officeDocument/2006/relationships/tags" Target="../tags/tag114.xml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tags" Target="../tags/tag1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image" Target="../media/image1.png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10" Type="http://schemas.openxmlformats.org/officeDocument/2006/relationships/tags" Target="../tags/tag125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13" Type="http://schemas.openxmlformats.org/officeDocument/2006/relationships/tags" Target="../tags/tag144.xml"/><Relationship Id="rId18" Type="http://schemas.openxmlformats.org/officeDocument/2006/relationships/image" Target="../media/image1.png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12" Type="http://schemas.openxmlformats.org/officeDocument/2006/relationships/tags" Target="../tags/tag143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6" Type="http://schemas.openxmlformats.org/officeDocument/2006/relationships/tags" Target="../tags/tag147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tags" Target="../tags/tag142.xml"/><Relationship Id="rId5" Type="http://schemas.openxmlformats.org/officeDocument/2006/relationships/tags" Target="../tags/tag136.xml"/><Relationship Id="rId15" Type="http://schemas.openxmlformats.org/officeDocument/2006/relationships/tags" Target="../tags/tag146.xml"/><Relationship Id="rId10" Type="http://schemas.openxmlformats.org/officeDocument/2006/relationships/tags" Target="../tags/tag141.xml"/><Relationship Id="rId4" Type="http://schemas.openxmlformats.org/officeDocument/2006/relationships/tags" Target="../tags/tag135.xml"/><Relationship Id="rId9" Type="http://schemas.openxmlformats.org/officeDocument/2006/relationships/tags" Target="../tags/tag140.xml"/><Relationship Id="rId14" Type="http://schemas.openxmlformats.org/officeDocument/2006/relationships/tags" Target="../tags/tag14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tags" Target="../tags/tag160.xml"/><Relationship Id="rId18" Type="http://schemas.openxmlformats.org/officeDocument/2006/relationships/image" Target="../media/image1.png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49.xml"/><Relationship Id="rId16" Type="http://schemas.openxmlformats.org/officeDocument/2006/relationships/tags" Target="../tags/tag163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5" Type="http://schemas.openxmlformats.org/officeDocument/2006/relationships/tags" Target="../tags/tag152.xml"/><Relationship Id="rId15" Type="http://schemas.openxmlformats.org/officeDocument/2006/relationships/tags" Target="../tags/tag162.xml"/><Relationship Id="rId10" Type="http://schemas.openxmlformats.org/officeDocument/2006/relationships/tags" Target="../tags/tag157.xml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4" Type="http://schemas.openxmlformats.org/officeDocument/2006/relationships/tags" Target="../tags/tag16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tags" Target="../tags/tag176.xml"/><Relationship Id="rId18" Type="http://schemas.openxmlformats.org/officeDocument/2006/relationships/image" Target="../media/image1.png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tags" Target="../tags/tag175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65.xml"/><Relationship Id="rId16" Type="http://schemas.openxmlformats.org/officeDocument/2006/relationships/tags" Target="../tags/tag179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5" Type="http://schemas.openxmlformats.org/officeDocument/2006/relationships/tags" Target="../tags/tag168.xml"/><Relationship Id="rId15" Type="http://schemas.openxmlformats.org/officeDocument/2006/relationships/tags" Target="../tags/tag178.xml"/><Relationship Id="rId10" Type="http://schemas.openxmlformats.org/officeDocument/2006/relationships/tags" Target="../tags/tag173.xml"/><Relationship Id="rId4" Type="http://schemas.openxmlformats.org/officeDocument/2006/relationships/tags" Target="../tags/tag167.xml"/><Relationship Id="rId9" Type="http://schemas.openxmlformats.org/officeDocument/2006/relationships/tags" Target="../tags/tag172.xml"/><Relationship Id="rId14" Type="http://schemas.openxmlformats.org/officeDocument/2006/relationships/tags" Target="../tags/tag17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87.xml"/><Relationship Id="rId13" Type="http://schemas.openxmlformats.org/officeDocument/2006/relationships/tags" Target="../tags/tag192.xml"/><Relationship Id="rId18" Type="http://schemas.openxmlformats.org/officeDocument/2006/relationships/image" Target="../media/image1.png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12" Type="http://schemas.openxmlformats.org/officeDocument/2006/relationships/tags" Target="../tags/tag191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81.xml"/><Relationship Id="rId16" Type="http://schemas.openxmlformats.org/officeDocument/2006/relationships/tags" Target="../tags/tag195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11" Type="http://schemas.openxmlformats.org/officeDocument/2006/relationships/tags" Target="../tags/tag190.xml"/><Relationship Id="rId5" Type="http://schemas.openxmlformats.org/officeDocument/2006/relationships/tags" Target="../tags/tag184.xml"/><Relationship Id="rId15" Type="http://schemas.openxmlformats.org/officeDocument/2006/relationships/tags" Target="../tags/tag194.xml"/><Relationship Id="rId10" Type="http://schemas.openxmlformats.org/officeDocument/2006/relationships/tags" Target="../tags/tag189.xml"/><Relationship Id="rId4" Type="http://schemas.openxmlformats.org/officeDocument/2006/relationships/tags" Target="../tags/tag183.xml"/><Relationship Id="rId9" Type="http://schemas.openxmlformats.org/officeDocument/2006/relationships/tags" Target="../tags/tag188.xml"/><Relationship Id="rId14" Type="http://schemas.openxmlformats.org/officeDocument/2006/relationships/tags" Target="../tags/tag19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18" Type="http://schemas.openxmlformats.org/officeDocument/2006/relationships/image" Target="../media/image1.png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97.xml"/><Relationship Id="rId16" Type="http://schemas.openxmlformats.org/officeDocument/2006/relationships/tags" Target="../tags/tag211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5" Type="http://schemas.openxmlformats.org/officeDocument/2006/relationships/tags" Target="../tags/tag200.xml"/><Relationship Id="rId15" Type="http://schemas.openxmlformats.org/officeDocument/2006/relationships/tags" Target="../tags/tag210.xml"/><Relationship Id="rId10" Type="http://schemas.openxmlformats.org/officeDocument/2006/relationships/tags" Target="../tags/tag205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13" Type="http://schemas.openxmlformats.org/officeDocument/2006/relationships/tags" Target="../tags/tag224.xml"/><Relationship Id="rId18" Type="http://schemas.openxmlformats.org/officeDocument/2006/relationships/image" Target="../media/image1.png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12" Type="http://schemas.openxmlformats.org/officeDocument/2006/relationships/tags" Target="../tags/tag223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13.xml"/><Relationship Id="rId16" Type="http://schemas.openxmlformats.org/officeDocument/2006/relationships/tags" Target="../tags/tag227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tags" Target="../tags/tag222.xml"/><Relationship Id="rId5" Type="http://schemas.openxmlformats.org/officeDocument/2006/relationships/tags" Target="../tags/tag216.xml"/><Relationship Id="rId15" Type="http://schemas.openxmlformats.org/officeDocument/2006/relationships/tags" Target="../tags/tag226.xml"/><Relationship Id="rId10" Type="http://schemas.openxmlformats.org/officeDocument/2006/relationships/tags" Target="../tags/tag221.xml"/><Relationship Id="rId4" Type="http://schemas.openxmlformats.org/officeDocument/2006/relationships/tags" Target="../tags/tag215.xml"/><Relationship Id="rId9" Type="http://schemas.openxmlformats.org/officeDocument/2006/relationships/tags" Target="../tags/tag220.xml"/><Relationship Id="rId14" Type="http://schemas.openxmlformats.org/officeDocument/2006/relationships/tags" Target="../tags/tag22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35.xml"/><Relationship Id="rId13" Type="http://schemas.openxmlformats.org/officeDocument/2006/relationships/tags" Target="../tags/tag240.xml"/><Relationship Id="rId18" Type="http://schemas.openxmlformats.org/officeDocument/2006/relationships/image" Target="../media/image1.png"/><Relationship Id="rId3" Type="http://schemas.openxmlformats.org/officeDocument/2006/relationships/tags" Target="../tags/tag230.xml"/><Relationship Id="rId7" Type="http://schemas.openxmlformats.org/officeDocument/2006/relationships/tags" Target="../tags/tag234.xml"/><Relationship Id="rId12" Type="http://schemas.openxmlformats.org/officeDocument/2006/relationships/tags" Target="../tags/tag23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29.xml"/><Relationship Id="rId16" Type="http://schemas.openxmlformats.org/officeDocument/2006/relationships/tags" Target="../tags/tag243.xml"/><Relationship Id="rId1" Type="http://schemas.openxmlformats.org/officeDocument/2006/relationships/tags" Target="../tags/tag228.xml"/><Relationship Id="rId6" Type="http://schemas.openxmlformats.org/officeDocument/2006/relationships/tags" Target="../tags/tag233.xml"/><Relationship Id="rId11" Type="http://schemas.openxmlformats.org/officeDocument/2006/relationships/tags" Target="../tags/tag238.xml"/><Relationship Id="rId5" Type="http://schemas.openxmlformats.org/officeDocument/2006/relationships/tags" Target="../tags/tag232.xml"/><Relationship Id="rId15" Type="http://schemas.openxmlformats.org/officeDocument/2006/relationships/tags" Target="../tags/tag242.xml"/><Relationship Id="rId10" Type="http://schemas.openxmlformats.org/officeDocument/2006/relationships/tags" Target="../tags/tag237.xml"/><Relationship Id="rId4" Type="http://schemas.openxmlformats.org/officeDocument/2006/relationships/tags" Target="../tags/tag231.xml"/><Relationship Id="rId9" Type="http://schemas.openxmlformats.org/officeDocument/2006/relationships/tags" Target="../tags/tag236.xml"/><Relationship Id="rId14" Type="http://schemas.openxmlformats.org/officeDocument/2006/relationships/tags" Target="../tags/tag24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51.xml"/><Relationship Id="rId13" Type="http://schemas.openxmlformats.org/officeDocument/2006/relationships/tags" Target="../tags/tag256.xml"/><Relationship Id="rId18" Type="http://schemas.openxmlformats.org/officeDocument/2006/relationships/image" Target="../media/image2.png"/><Relationship Id="rId3" Type="http://schemas.openxmlformats.org/officeDocument/2006/relationships/tags" Target="../tags/tag246.xml"/><Relationship Id="rId7" Type="http://schemas.openxmlformats.org/officeDocument/2006/relationships/tags" Target="../tags/tag250.xml"/><Relationship Id="rId12" Type="http://schemas.openxmlformats.org/officeDocument/2006/relationships/tags" Target="../tags/tag255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45.xml"/><Relationship Id="rId16" Type="http://schemas.openxmlformats.org/officeDocument/2006/relationships/tags" Target="../tags/tag259.xml"/><Relationship Id="rId1" Type="http://schemas.openxmlformats.org/officeDocument/2006/relationships/tags" Target="../tags/tag244.xml"/><Relationship Id="rId6" Type="http://schemas.openxmlformats.org/officeDocument/2006/relationships/tags" Target="../tags/tag249.xml"/><Relationship Id="rId11" Type="http://schemas.openxmlformats.org/officeDocument/2006/relationships/tags" Target="../tags/tag254.xml"/><Relationship Id="rId5" Type="http://schemas.openxmlformats.org/officeDocument/2006/relationships/tags" Target="../tags/tag248.xml"/><Relationship Id="rId15" Type="http://schemas.openxmlformats.org/officeDocument/2006/relationships/tags" Target="../tags/tag258.xml"/><Relationship Id="rId10" Type="http://schemas.openxmlformats.org/officeDocument/2006/relationships/tags" Target="../tags/tag253.xml"/><Relationship Id="rId4" Type="http://schemas.openxmlformats.org/officeDocument/2006/relationships/tags" Target="../tags/tag247.xml"/><Relationship Id="rId9" Type="http://schemas.openxmlformats.org/officeDocument/2006/relationships/tags" Target="../tags/tag252.xml"/><Relationship Id="rId14" Type="http://schemas.openxmlformats.org/officeDocument/2006/relationships/tags" Target="../tags/tag25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67.xml"/><Relationship Id="rId13" Type="http://schemas.openxmlformats.org/officeDocument/2006/relationships/tags" Target="../tags/tag272.xml"/><Relationship Id="rId18" Type="http://schemas.openxmlformats.org/officeDocument/2006/relationships/image" Target="../media/image2.png"/><Relationship Id="rId3" Type="http://schemas.openxmlformats.org/officeDocument/2006/relationships/tags" Target="../tags/tag262.xml"/><Relationship Id="rId7" Type="http://schemas.openxmlformats.org/officeDocument/2006/relationships/tags" Target="../tags/tag266.xml"/><Relationship Id="rId12" Type="http://schemas.openxmlformats.org/officeDocument/2006/relationships/tags" Target="../tags/tag271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61.xml"/><Relationship Id="rId16" Type="http://schemas.openxmlformats.org/officeDocument/2006/relationships/tags" Target="../tags/tag275.xml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11" Type="http://schemas.openxmlformats.org/officeDocument/2006/relationships/tags" Target="../tags/tag270.xml"/><Relationship Id="rId5" Type="http://schemas.openxmlformats.org/officeDocument/2006/relationships/tags" Target="../tags/tag264.xml"/><Relationship Id="rId15" Type="http://schemas.openxmlformats.org/officeDocument/2006/relationships/tags" Target="../tags/tag274.xml"/><Relationship Id="rId10" Type="http://schemas.openxmlformats.org/officeDocument/2006/relationships/tags" Target="../tags/tag269.xml"/><Relationship Id="rId4" Type="http://schemas.openxmlformats.org/officeDocument/2006/relationships/tags" Target="../tags/tag263.xml"/><Relationship Id="rId9" Type="http://schemas.openxmlformats.org/officeDocument/2006/relationships/tags" Target="../tags/tag268.xml"/><Relationship Id="rId14" Type="http://schemas.openxmlformats.org/officeDocument/2006/relationships/tags" Target="../tags/tag27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83.xml"/><Relationship Id="rId13" Type="http://schemas.openxmlformats.org/officeDocument/2006/relationships/tags" Target="../tags/tag288.xml"/><Relationship Id="rId18" Type="http://schemas.openxmlformats.org/officeDocument/2006/relationships/image" Target="../media/image2.png"/><Relationship Id="rId3" Type="http://schemas.openxmlformats.org/officeDocument/2006/relationships/tags" Target="../tags/tag278.xml"/><Relationship Id="rId7" Type="http://schemas.openxmlformats.org/officeDocument/2006/relationships/tags" Target="../tags/tag282.xml"/><Relationship Id="rId12" Type="http://schemas.openxmlformats.org/officeDocument/2006/relationships/tags" Target="../tags/tag287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77.xml"/><Relationship Id="rId16" Type="http://schemas.openxmlformats.org/officeDocument/2006/relationships/tags" Target="../tags/tag291.xml"/><Relationship Id="rId1" Type="http://schemas.openxmlformats.org/officeDocument/2006/relationships/tags" Target="../tags/tag276.xml"/><Relationship Id="rId6" Type="http://schemas.openxmlformats.org/officeDocument/2006/relationships/tags" Target="../tags/tag281.xml"/><Relationship Id="rId11" Type="http://schemas.openxmlformats.org/officeDocument/2006/relationships/tags" Target="../tags/tag286.xml"/><Relationship Id="rId5" Type="http://schemas.openxmlformats.org/officeDocument/2006/relationships/tags" Target="../tags/tag280.xml"/><Relationship Id="rId15" Type="http://schemas.openxmlformats.org/officeDocument/2006/relationships/tags" Target="../tags/tag290.xml"/><Relationship Id="rId10" Type="http://schemas.openxmlformats.org/officeDocument/2006/relationships/tags" Target="../tags/tag285.xml"/><Relationship Id="rId4" Type="http://schemas.openxmlformats.org/officeDocument/2006/relationships/tags" Target="../tags/tag279.xml"/><Relationship Id="rId9" Type="http://schemas.openxmlformats.org/officeDocument/2006/relationships/tags" Target="../tags/tag284.xml"/><Relationship Id="rId14" Type="http://schemas.openxmlformats.org/officeDocument/2006/relationships/tags" Target="../tags/tag28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99.xml"/><Relationship Id="rId13" Type="http://schemas.openxmlformats.org/officeDocument/2006/relationships/tags" Target="../tags/tag304.xml"/><Relationship Id="rId18" Type="http://schemas.openxmlformats.org/officeDocument/2006/relationships/image" Target="../media/image2.png"/><Relationship Id="rId3" Type="http://schemas.openxmlformats.org/officeDocument/2006/relationships/tags" Target="../tags/tag294.xml"/><Relationship Id="rId7" Type="http://schemas.openxmlformats.org/officeDocument/2006/relationships/tags" Target="../tags/tag298.xml"/><Relationship Id="rId12" Type="http://schemas.openxmlformats.org/officeDocument/2006/relationships/tags" Target="../tags/tag303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93.xml"/><Relationship Id="rId16" Type="http://schemas.openxmlformats.org/officeDocument/2006/relationships/tags" Target="../tags/tag307.xml"/><Relationship Id="rId1" Type="http://schemas.openxmlformats.org/officeDocument/2006/relationships/tags" Target="../tags/tag292.xml"/><Relationship Id="rId6" Type="http://schemas.openxmlformats.org/officeDocument/2006/relationships/tags" Target="../tags/tag297.xml"/><Relationship Id="rId11" Type="http://schemas.openxmlformats.org/officeDocument/2006/relationships/tags" Target="../tags/tag302.xml"/><Relationship Id="rId5" Type="http://schemas.openxmlformats.org/officeDocument/2006/relationships/tags" Target="../tags/tag296.xml"/><Relationship Id="rId15" Type="http://schemas.openxmlformats.org/officeDocument/2006/relationships/tags" Target="../tags/tag306.xml"/><Relationship Id="rId10" Type="http://schemas.openxmlformats.org/officeDocument/2006/relationships/tags" Target="../tags/tag301.xml"/><Relationship Id="rId4" Type="http://schemas.openxmlformats.org/officeDocument/2006/relationships/tags" Target="../tags/tag295.xml"/><Relationship Id="rId9" Type="http://schemas.openxmlformats.org/officeDocument/2006/relationships/tags" Target="../tags/tag300.xml"/><Relationship Id="rId14" Type="http://schemas.openxmlformats.org/officeDocument/2006/relationships/tags" Target="../tags/tag30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15.xml"/><Relationship Id="rId13" Type="http://schemas.openxmlformats.org/officeDocument/2006/relationships/tags" Target="../tags/tag320.xml"/><Relationship Id="rId18" Type="http://schemas.openxmlformats.org/officeDocument/2006/relationships/image" Target="../media/image2.png"/><Relationship Id="rId3" Type="http://schemas.openxmlformats.org/officeDocument/2006/relationships/tags" Target="../tags/tag310.xml"/><Relationship Id="rId7" Type="http://schemas.openxmlformats.org/officeDocument/2006/relationships/tags" Target="../tags/tag314.xml"/><Relationship Id="rId12" Type="http://schemas.openxmlformats.org/officeDocument/2006/relationships/tags" Target="../tags/tag31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09.xml"/><Relationship Id="rId16" Type="http://schemas.openxmlformats.org/officeDocument/2006/relationships/tags" Target="../tags/tag323.xml"/><Relationship Id="rId1" Type="http://schemas.openxmlformats.org/officeDocument/2006/relationships/tags" Target="../tags/tag308.xml"/><Relationship Id="rId6" Type="http://schemas.openxmlformats.org/officeDocument/2006/relationships/tags" Target="../tags/tag313.xml"/><Relationship Id="rId11" Type="http://schemas.openxmlformats.org/officeDocument/2006/relationships/tags" Target="../tags/tag318.xml"/><Relationship Id="rId5" Type="http://schemas.openxmlformats.org/officeDocument/2006/relationships/tags" Target="../tags/tag312.xml"/><Relationship Id="rId15" Type="http://schemas.openxmlformats.org/officeDocument/2006/relationships/tags" Target="../tags/tag322.xml"/><Relationship Id="rId10" Type="http://schemas.openxmlformats.org/officeDocument/2006/relationships/tags" Target="../tags/tag317.xml"/><Relationship Id="rId4" Type="http://schemas.openxmlformats.org/officeDocument/2006/relationships/tags" Target="../tags/tag311.xml"/><Relationship Id="rId9" Type="http://schemas.openxmlformats.org/officeDocument/2006/relationships/tags" Target="../tags/tag316.xml"/><Relationship Id="rId14" Type="http://schemas.openxmlformats.org/officeDocument/2006/relationships/tags" Target="../tags/tag32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331.xml"/><Relationship Id="rId13" Type="http://schemas.openxmlformats.org/officeDocument/2006/relationships/tags" Target="../tags/tag336.xml"/><Relationship Id="rId18" Type="http://schemas.openxmlformats.org/officeDocument/2006/relationships/image" Target="../media/image2.png"/><Relationship Id="rId3" Type="http://schemas.openxmlformats.org/officeDocument/2006/relationships/tags" Target="../tags/tag326.xml"/><Relationship Id="rId7" Type="http://schemas.openxmlformats.org/officeDocument/2006/relationships/tags" Target="../tags/tag330.xml"/><Relationship Id="rId12" Type="http://schemas.openxmlformats.org/officeDocument/2006/relationships/tags" Target="../tags/tag335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25.xml"/><Relationship Id="rId16" Type="http://schemas.openxmlformats.org/officeDocument/2006/relationships/tags" Target="../tags/tag339.xml"/><Relationship Id="rId1" Type="http://schemas.openxmlformats.org/officeDocument/2006/relationships/tags" Target="../tags/tag324.xml"/><Relationship Id="rId6" Type="http://schemas.openxmlformats.org/officeDocument/2006/relationships/tags" Target="../tags/tag329.xml"/><Relationship Id="rId11" Type="http://schemas.openxmlformats.org/officeDocument/2006/relationships/tags" Target="../tags/tag334.xml"/><Relationship Id="rId5" Type="http://schemas.openxmlformats.org/officeDocument/2006/relationships/tags" Target="../tags/tag328.xml"/><Relationship Id="rId15" Type="http://schemas.openxmlformats.org/officeDocument/2006/relationships/tags" Target="../tags/tag338.xml"/><Relationship Id="rId10" Type="http://schemas.openxmlformats.org/officeDocument/2006/relationships/tags" Target="../tags/tag333.xml"/><Relationship Id="rId4" Type="http://schemas.openxmlformats.org/officeDocument/2006/relationships/tags" Target="../tags/tag327.xml"/><Relationship Id="rId9" Type="http://schemas.openxmlformats.org/officeDocument/2006/relationships/tags" Target="../tags/tag332.xml"/><Relationship Id="rId14" Type="http://schemas.openxmlformats.org/officeDocument/2006/relationships/tags" Target="../tags/tag33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347.xml"/><Relationship Id="rId13" Type="http://schemas.openxmlformats.org/officeDocument/2006/relationships/tags" Target="../tags/tag352.xml"/><Relationship Id="rId18" Type="http://schemas.openxmlformats.org/officeDocument/2006/relationships/image" Target="../media/image2.png"/><Relationship Id="rId3" Type="http://schemas.openxmlformats.org/officeDocument/2006/relationships/tags" Target="../tags/tag342.xml"/><Relationship Id="rId7" Type="http://schemas.openxmlformats.org/officeDocument/2006/relationships/tags" Target="../tags/tag346.xml"/><Relationship Id="rId12" Type="http://schemas.openxmlformats.org/officeDocument/2006/relationships/tags" Target="../tags/tag351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41.xml"/><Relationship Id="rId16" Type="http://schemas.openxmlformats.org/officeDocument/2006/relationships/tags" Target="../tags/tag355.xml"/><Relationship Id="rId1" Type="http://schemas.openxmlformats.org/officeDocument/2006/relationships/tags" Target="../tags/tag340.xml"/><Relationship Id="rId6" Type="http://schemas.openxmlformats.org/officeDocument/2006/relationships/tags" Target="../tags/tag345.xml"/><Relationship Id="rId11" Type="http://schemas.openxmlformats.org/officeDocument/2006/relationships/tags" Target="../tags/tag350.xml"/><Relationship Id="rId5" Type="http://schemas.openxmlformats.org/officeDocument/2006/relationships/tags" Target="../tags/tag344.xml"/><Relationship Id="rId15" Type="http://schemas.openxmlformats.org/officeDocument/2006/relationships/tags" Target="../tags/tag354.xml"/><Relationship Id="rId10" Type="http://schemas.openxmlformats.org/officeDocument/2006/relationships/tags" Target="../tags/tag349.xml"/><Relationship Id="rId4" Type="http://schemas.openxmlformats.org/officeDocument/2006/relationships/tags" Target="../tags/tag343.xml"/><Relationship Id="rId9" Type="http://schemas.openxmlformats.org/officeDocument/2006/relationships/tags" Target="../tags/tag348.xml"/><Relationship Id="rId14" Type="http://schemas.openxmlformats.org/officeDocument/2006/relationships/tags" Target="../tags/tag35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363.xml"/><Relationship Id="rId13" Type="http://schemas.openxmlformats.org/officeDocument/2006/relationships/tags" Target="../tags/tag368.xml"/><Relationship Id="rId18" Type="http://schemas.openxmlformats.org/officeDocument/2006/relationships/image" Target="../media/image2.png"/><Relationship Id="rId3" Type="http://schemas.openxmlformats.org/officeDocument/2006/relationships/tags" Target="../tags/tag358.xml"/><Relationship Id="rId7" Type="http://schemas.openxmlformats.org/officeDocument/2006/relationships/tags" Target="../tags/tag362.xml"/><Relationship Id="rId12" Type="http://schemas.openxmlformats.org/officeDocument/2006/relationships/tags" Target="../tags/tag367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57.xml"/><Relationship Id="rId16" Type="http://schemas.openxmlformats.org/officeDocument/2006/relationships/tags" Target="../tags/tag371.xml"/><Relationship Id="rId1" Type="http://schemas.openxmlformats.org/officeDocument/2006/relationships/tags" Target="../tags/tag356.xml"/><Relationship Id="rId6" Type="http://schemas.openxmlformats.org/officeDocument/2006/relationships/tags" Target="../tags/tag361.xml"/><Relationship Id="rId11" Type="http://schemas.openxmlformats.org/officeDocument/2006/relationships/tags" Target="../tags/tag366.xml"/><Relationship Id="rId5" Type="http://schemas.openxmlformats.org/officeDocument/2006/relationships/tags" Target="../tags/tag360.xml"/><Relationship Id="rId15" Type="http://schemas.openxmlformats.org/officeDocument/2006/relationships/tags" Target="../tags/tag370.xml"/><Relationship Id="rId10" Type="http://schemas.openxmlformats.org/officeDocument/2006/relationships/tags" Target="../tags/tag365.xml"/><Relationship Id="rId4" Type="http://schemas.openxmlformats.org/officeDocument/2006/relationships/tags" Target="../tags/tag359.xml"/><Relationship Id="rId9" Type="http://schemas.openxmlformats.org/officeDocument/2006/relationships/tags" Target="../tags/tag364.xml"/><Relationship Id="rId14" Type="http://schemas.openxmlformats.org/officeDocument/2006/relationships/tags" Target="../tags/tag36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379.xml"/><Relationship Id="rId13" Type="http://schemas.openxmlformats.org/officeDocument/2006/relationships/tags" Target="../tags/tag384.xml"/><Relationship Id="rId18" Type="http://schemas.openxmlformats.org/officeDocument/2006/relationships/image" Target="../media/image2.png"/><Relationship Id="rId3" Type="http://schemas.openxmlformats.org/officeDocument/2006/relationships/tags" Target="../tags/tag374.xml"/><Relationship Id="rId7" Type="http://schemas.openxmlformats.org/officeDocument/2006/relationships/tags" Target="../tags/tag378.xml"/><Relationship Id="rId12" Type="http://schemas.openxmlformats.org/officeDocument/2006/relationships/tags" Target="../tags/tag383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73.xml"/><Relationship Id="rId16" Type="http://schemas.openxmlformats.org/officeDocument/2006/relationships/tags" Target="../tags/tag387.xml"/><Relationship Id="rId1" Type="http://schemas.openxmlformats.org/officeDocument/2006/relationships/tags" Target="../tags/tag372.xml"/><Relationship Id="rId6" Type="http://schemas.openxmlformats.org/officeDocument/2006/relationships/tags" Target="../tags/tag377.xml"/><Relationship Id="rId11" Type="http://schemas.openxmlformats.org/officeDocument/2006/relationships/tags" Target="../tags/tag382.xml"/><Relationship Id="rId5" Type="http://schemas.openxmlformats.org/officeDocument/2006/relationships/tags" Target="../tags/tag376.xml"/><Relationship Id="rId15" Type="http://schemas.openxmlformats.org/officeDocument/2006/relationships/tags" Target="../tags/tag386.xml"/><Relationship Id="rId10" Type="http://schemas.openxmlformats.org/officeDocument/2006/relationships/tags" Target="../tags/tag381.xml"/><Relationship Id="rId4" Type="http://schemas.openxmlformats.org/officeDocument/2006/relationships/tags" Target="../tags/tag375.xml"/><Relationship Id="rId9" Type="http://schemas.openxmlformats.org/officeDocument/2006/relationships/tags" Target="../tags/tag380.xml"/><Relationship Id="rId14" Type="http://schemas.openxmlformats.org/officeDocument/2006/relationships/tags" Target="../tags/tag38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395.xml"/><Relationship Id="rId13" Type="http://schemas.openxmlformats.org/officeDocument/2006/relationships/tags" Target="../tags/tag400.xml"/><Relationship Id="rId18" Type="http://schemas.openxmlformats.org/officeDocument/2006/relationships/image" Target="../media/image2.png"/><Relationship Id="rId3" Type="http://schemas.openxmlformats.org/officeDocument/2006/relationships/tags" Target="../tags/tag390.xml"/><Relationship Id="rId7" Type="http://schemas.openxmlformats.org/officeDocument/2006/relationships/tags" Target="../tags/tag394.xml"/><Relationship Id="rId12" Type="http://schemas.openxmlformats.org/officeDocument/2006/relationships/tags" Target="../tags/tag39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89.xml"/><Relationship Id="rId16" Type="http://schemas.openxmlformats.org/officeDocument/2006/relationships/tags" Target="../tags/tag403.xml"/><Relationship Id="rId1" Type="http://schemas.openxmlformats.org/officeDocument/2006/relationships/tags" Target="../tags/tag388.xml"/><Relationship Id="rId6" Type="http://schemas.openxmlformats.org/officeDocument/2006/relationships/tags" Target="../tags/tag393.xml"/><Relationship Id="rId11" Type="http://schemas.openxmlformats.org/officeDocument/2006/relationships/tags" Target="../tags/tag398.xml"/><Relationship Id="rId5" Type="http://schemas.openxmlformats.org/officeDocument/2006/relationships/tags" Target="../tags/tag392.xml"/><Relationship Id="rId15" Type="http://schemas.openxmlformats.org/officeDocument/2006/relationships/tags" Target="../tags/tag402.xml"/><Relationship Id="rId10" Type="http://schemas.openxmlformats.org/officeDocument/2006/relationships/tags" Target="../tags/tag397.xml"/><Relationship Id="rId4" Type="http://schemas.openxmlformats.org/officeDocument/2006/relationships/tags" Target="../tags/tag391.xml"/><Relationship Id="rId9" Type="http://schemas.openxmlformats.org/officeDocument/2006/relationships/tags" Target="../tags/tag396.xml"/><Relationship Id="rId14" Type="http://schemas.openxmlformats.org/officeDocument/2006/relationships/tags" Target="../tags/tag40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411.xml"/><Relationship Id="rId13" Type="http://schemas.openxmlformats.org/officeDocument/2006/relationships/tags" Target="../tags/tag416.xml"/><Relationship Id="rId18" Type="http://schemas.openxmlformats.org/officeDocument/2006/relationships/image" Target="../media/image2.png"/><Relationship Id="rId3" Type="http://schemas.openxmlformats.org/officeDocument/2006/relationships/tags" Target="../tags/tag406.xml"/><Relationship Id="rId7" Type="http://schemas.openxmlformats.org/officeDocument/2006/relationships/tags" Target="../tags/tag410.xml"/><Relationship Id="rId12" Type="http://schemas.openxmlformats.org/officeDocument/2006/relationships/tags" Target="../tags/tag415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05.xml"/><Relationship Id="rId16" Type="http://schemas.openxmlformats.org/officeDocument/2006/relationships/tags" Target="../tags/tag419.xml"/><Relationship Id="rId1" Type="http://schemas.openxmlformats.org/officeDocument/2006/relationships/tags" Target="../tags/tag404.xml"/><Relationship Id="rId6" Type="http://schemas.openxmlformats.org/officeDocument/2006/relationships/tags" Target="../tags/tag409.xml"/><Relationship Id="rId11" Type="http://schemas.openxmlformats.org/officeDocument/2006/relationships/tags" Target="../tags/tag414.xml"/><Relationship Id="rId5" Type="http://schemas.openxmlformats.org/officeDocument/2006/relationships/tags" Target="../tags/tag408.xml"/><Relationship Id="rId15" Type="http://schemas.openxmlformats.org/officeDocument/2006/relationships/tags" Target="../tags/tag418.xml"/><Relationship Id="rId10" Type="http://schemas.openxmlformats.org/officeDocument/2006/relationships/tags" Target="../tags/tag413.xml"/><Relationship Id="rId4" Type="http://schemas.openxmlformats.org/officeDocument/2006/relationships/tags" Target="../tags/tag407.xml"/><Relationship Id="rId9" Type="http://schemas.openxmlformats.org/officeDocument/2006/relationships/tags" Target="../tags/tag412.xml"/><Relationship Id="rId14" Type="http://schemas.openxmlformats.org/officeDocument/2006/relationships/tags" Target="../tags/tag41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427.xml"/><Relationship Id="rId13" Type="http://schemas.openxmlformats.org/officeDocument/2006/relationships/tags" Target="../tags/tag432.xml"/><Relationship Id="rId18" Type="http://schemas.openxmlformats.org/officeDocument/2006/relationships/image" Target="../media/image2.png"/><Relationship Id="rId3" Type="http://schemas.openxmlformats.org/officeDocument/2006/relationships/tags" Target="../tags/tag422.xml"/><Relationship Id="rId7" Type="http://schemas.openxmlformats.org/officeDocument/2006/relationships/tags" Target="../tags/tag426.xml"/><Relationship Id="rId12" Type="http://schemas.openxmlformats.org/officeDocument/2006/relationships/tags" Target="../tags/tag431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21.xml"/><Relationship Id="rId16" Type="http://schemas.openxmlformats.org/officeDocument/2006/relationships/tags" Target="../tags/tag435.xml"/><Relationship Id="rId1" Type="http://schemas.openxmlformats.org/officeDocument/2006/relationships/tags" Target="../tags/tag420.xml"/><Relationship Id="rId6" Type="http://schemas.openxmlformats.org/officeDocument/2006/relationships/tags" Target="../tags/tag425.xml"/><Relationship Id="rId11" Type="http://schemas.openxmlformats.org/officeDocument/2006/relationships/tags" Target="../tags/tag430.xml"/><Relationship Id="rId5" Type="http://schemas.openxmlformats.org/officeDocument/2006/relationships/tags" Target="../tags/tag424.xml"/><Relationship Id="rId15" Type="http://schemas.openxmlformats.org/officeDocument/2006/relationships/tags" Target="../tags/tag434.xml"/><Relationship Id="rId10" Type="http://schemas.openxmlformats.org/officeDocument/2006/relationships/tags" Target="../tags/tag429.xml"/><Relationship Id="rId4" Type="http://schemas.openxmlformats.org/officeDocument/2006/relationships/tags" Target="../tags/tag423.xml"/><Relationship Id="rId9" Type="http://schemas.openxmlformats.org/officeDocument/2006/relationships/tags" Target="../tags/tag428.xml"/><Relationship Id="rId14" Type="http://schemas.openxmlformats.org/officeDocument/2006/relationships/tags" Target="../tags/tag43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443.xml"/><Relationship Id="rId13" Type="http://schemas.openxmlformats.org/officeDocument/2006/relationships/tags" Target="../tags/tag448.xml"/><Relationship Id="rId18" Type="http://schemas.openxmlformats.org/officeDocument/2006/relationships/image" Target="../media/image2.png"/><Relationship Id="rId3" Type="http://schemas.openxmlformats.org/officeDocument/2006/relationships/tags" Target="../tags/tag438.xml"/><Relationship Id="rId7" Type="http://schemas.openxmlformats.org/officeDocument/2006/relationships/tags" Target="../tags/tag442.xml"/><Relationship Id="rId12" Type="http://schemas.openxmlformats.org/officeDocument/2006/relationships/tags" Target="../tags/tag447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37.xml"/><Relationship Id="rId16" Type="http://schemas.openxmlformats.org/officeDocument/2006/relationships/tags" Target="../tags/tag451.xml"/><Relationship Id="rId1" Type="http://schemas.openxmlformats.org/officeDocument/2006/relationships/tags" Target="../tags/tag436.xml"/><Relationship Id="rId6" Type="http://schemas.openxmlformats.org/officeDocument/2006/relationships/tags" Target="../tags/tag441.xml"/><Relationship Id="rId11" Type="http://schemas.openxmlformats.org/officeDocument/2006/relationships/tags" Target="../tags/tag446.xml"/><Relationship Id="rId5" Type="http://schemas.openxmlformats.org/officeDocument/2006/relationships/tags" Target="../tags/tag440.xml"/><Relationship Id="rId15" Type="http://schemas.openxmlformats.org/officeDocument/2006/relationships/tags" Target="../tags/tag450.xml"/><Relationship Id="rId10" Type="http://schemas.openxmlformats.org/officeDocument/2006/relationships/tags" Target="../tags/tag445.xml"/><Relationship Id="rId4" Type="http://schemas.openxmlformats.org/officeDocument/2006/relationships/tags" Target="../tags/tag439.xml"/><Relationship Id="rId9" Type="http://schemas.openxmlformats.org/officeDocument/2006/relationships/tags" Target="../tags/tag444.xml"/><Relationship Id="rId14" Type="http://schemas.openxmlformats.org/officeDocument/2006/relationships/tags" Target="../tags/tag44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459.xml"/><Relationship Id="rId13" Type="http://schemas.openxmlformats.org/officeDocument/2006/relationships/tags" Target="../tags/tag464.xml"/><Relationship Id="rId18" Type="http://schemas.openxmlformats.org/officeDocument/2006/relationships/image" Target="../media/image2.png"/><Relationship Id="rId3" Type="http://schemas.openxmlformats.org/officeDocument/2006/relationships/tags" Target="../tags/tag454.xml"/><Relationship Id="rId7" Type="http://schemas.openxmlformats.org/officeDocument/2006/relationships/tags" Target="../tags/tag458.xml"/><Relationship Id="rId12" Type="http://schemas.openxmlformats.org/officeDocument/2006/relationships/tags" Target="../tags/tag463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53.xml"/><Relationship Id="rId16" Type="http://schemas.openxmlformats.org/officeDocument/2006/relationships/tags" Target="../tags/tag467.xml"/><Relationship Id="rId1" Type="http://schemas.openxmlformats.org/officeDocument/2006/relationships/tags" Target="../tags/tag452.xml"/><Relationship Id="rId6" Type="http://schemas.openxmlformats.org/officeDocument/2006/relationships/tags" Target="../tags/tag457.xml"/><Relationship Id="rId11" Type="http://schemas.openxmlformats.org/officeDocument/2006/relationships/tags" Target="../tags/tag462.xml"/><Relationship Id="rId5" Type="http://schemas.openxmlformats.org/officeDocument/2006/relationships/tags" Target="../tags/tag456.xml"/><Relationship Id="rId15" Type="http://schemas.openxmlformats.org/officeDocument/2006/relationships/tags" Target="../tags/tag466.xml"/><Relationship Id="rId10" Type="http://schemas.openxmlformats.org/officeDocument/2006/relationships/tags" Target="../tags/tag461.xml"/><Relationship Id="rId4" Type="http://schemas.openxmlformats.org/officeDocument/2006/relationships/tags" Target="../tags/tag455.xml"/><Relationship Id="rId9" Type="http://schemas.openxmlformats.org/officeDocument/2006/relationships/tags" Target="../tags/tag460.xml"/><Relationship Id="rId14" Type="http://schemas.openxmlformats.org/officeDocument/2006/relationships/tags" Target="../tags/tag46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475.xml"/><Relationship Id="rId13" Type="http://schemas.openxmlformats.org/officeDocument/2006/relationships/tags" Target="../tags/tag480.xml"/><Relationship Id="rId18" Type="http://schemas.openxmlformats.org/officeDocument/2006/relationships/image" Target="../media/image2.png"/><Relationship Id="rId3" Type="http://schemas.openxmlformats.org/officeDocument/2006/relationships/tags" Target="../tags/tag470.xml"/><Relationship Id="rId7" Type="http://schemas.openxmlformats.org/officeDocument/2006/relationships/tags" Target="../tags/tag474.xml"/><Relationship Id="rId12" Type="http://schemas.openxmlformats.org/officeDocument/2006/relationships/tags" Target="../tags/tag47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69.xml"/><Relationship Id="rId16" Type="http://schemas.openxmlformats.org/officeDocument/2006/relationships/tags" Target="../tags/tag483.xml"/><Relationship Id="rId1" Type="http://schemas.openxmlformats.org/officeDocument/2006/relationships/tags" Target="../tags/tag468.xml"/><Relationship Id="rId6" Type="http://schemas.openxmlformats.org/officeDocument/2006/relationships/tags" Target="../tags/tag473.xml"/><Relationship Id="rId11" Type="http://schemas.openxmlformats.org/officeDocument/2006/relationships/tags" Target="../tags/tag478.xml"/><Relationship Id="rId5" Type="http://schemas.openxmlformats.org/officeDocument/2006/relationships/tags" Target="../tags/tag472.xml"/><Relationship Id="rId15" Type="http://schemas.openxmlformats.org/officeDocument/2006/relationships/tags" Target="../tags/tag482.xml"/><Relationship Id="rId10" Type="http://schemas.openxmlformats.org/officeDocument/2006/relationships/tags" Target="../tags/tag477.xml"/><Relationship Id="rId4" Type="http://schemas.openxmlformats.org/officeDocument/2006/relationships/tags" Target="../tags/tag471.xml"/><Relationship Id="rId9" Type="http://schemas.openxmlformats.org/officeDocument/2006/relationships/tags" Target="../tags/tag476.xml"/><Relationship Id="rId14" Type="http://schemas.openxmlformats.org/officeDocument/2006/relationships/tags" Target="../tags/tag4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文本框 2"/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anchorCtr="1"/>
          <a:lstStyle/>
          <a:p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总分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: 30</a:t>
            </a:r>
            <a:endParaRPr lang="zh-CN" altLang="en-US" sz="200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98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/>
          <a:lstStyle/>
          <a:p>
            <a:r>
              <a:rPr lang="zh-CN" altLang="en-US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*此封面页请勿删除，删除后将无法上传至试卷库，添加菜单栏任意题型即可制作试卷。本提示将在上传时自动隐藏。</a:t>
            </a:r>
          </a:p>
        </p:txBody>
      </p:sp>
      <p:sp>
        <p:nvSpPr>
          <p:cNvPr id="4099" name="标题 5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marL="0" marR="0" indent="0" algn="ctr" defTabSz="5715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600" b="1" i="0" u="none" strike="noStrike" kern="1200" cap="none" spc="3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20</a:t>
            </a:r>
            <a:r>
              <a:rPr kumimoji="0" lang="en-US" altLang="zh-CN" sz="2600" b="1" i="0" u="none" strike="noStrike" kern="1200" cap="none" spc="3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25</a:t>
            </a:r>
            <a:r>
              <a:rPr kumimoji="0" lang="zh-CN" altLang="zh-CN" sz="2600" b="1" i="0" u="none" strike="noStrike" kern="1200" cap="none" spc="3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级《大学英语</a:t>
            </a:r>
            <a:r>
              <a:rPr kumimoji="0" lang="en-US" altLang="zh-CN" sz="2600" b="1" i="0" u="none" strike="noStrike" kern="1200" cap="none" spc="3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2</a:t>
            </a:r>
            <a:r>
              <a:rPr kumimoji="0" lang="zh-CN" altLang="en-US" sz="2600" b="1" i="0" u="none" strike="noStrike" kern="1200" cap="none" spc="3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》</a:t>
            </a:r>
            <a:r>
              <a:rPr kumimoji="0" lang="zh-CN" altLang="zh-CN" sz="2600" b="1" i="0" u="none" strike="noStrike" kern="1200" cap="none" spc="3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雨课堂词汇练习</a:t>
            </a:r>
            <a:r>
              <a:rPr kumimoji="0" lang="en-US" altLang="zh-CN" sz="2600" b="1" i="0" u="none" strike="noStrike" kern="1200" cap="none" spc="3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1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文本框 2"/>
          <p:cNvSpPr txBox="1"/>
          <p:nvPr>
            <p:custDataLst>
              <p:tags r:id="rId2"/>
            </p:custDataLst>
          </p:nvPr>
        </p:nvSpPr>
        <p:spPr>
          <a:xfrm>
            <a:off x="447675" y="698500"/>
            <a:ext cx="4695825" cy="243681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 </a:t>
            </a:r>
            <a:r>
              <a:rPr lang="en-US" altLang="zh-CN" sz="2800" dirty="0"/>
              <a:t>If you persist in staying with a smoker daily, your constant ___________ to him will inevitably make you take on his habit gradually and unconsciously.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122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exposure</a:t>
            </a:r>
          </a:p>
        </p:txBody>
      </p:sp>
      <p:sp>
        <p:nvSpPr>
          <p:cNvPr id="5123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expenditure</a:t>
            </a:r>
          </a:p>
        </p:txBody>
      </p:sp>
      <p:sp>
        <p:nvSpPr>
          <p:cNvPr id="5124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evidence</a:t>
            </a:r>
          </a:p>
        </p:txBody>
      </p:sp>
      <p:sp>
        <p:nvSpPr>
          <p:cNvPr id="5125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stationery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5130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5133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5134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5135" name="图片 1" descr="tmp12B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文本框 2"/>
          <p:cNvSpPr txBox="1"/>
          <p:nvPr>
            <p:custDataLst>
              <p:tags r:id="rId2"/>
            </p:custDataLst>
          </p:nvPr>
        </p:nvSpPr>
        <p:spPr>
          <a:xfrm>
            <a:off x="254000" y="1190625"/>
            <a:ext cx="5168265" cy="23018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 </a:t>
            </a:r>
            <a:r>
              <a:rPr lang="en-US" altLang="zh-CN" sz="2800" dirty="0"/>
              <a:t>In the intricate social realm, those utterly indifferent to others’ profound ___________ are universally labeled as cold-blooded creatures by the masses.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6146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function</a:t>
            </a:r>
          </a:p>
        </p:txBody>
      </p:sp>
      <p:sp>
        <p:nvSpPr>
          <p:cNvPr id="6147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asset</a:t>
            </a:r>
          </a:p>
        </p:txBody>
      </p:sp>
      <p:sp>
        <p:nvSpPr>
          <p:cNvPr id="6148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destination</a:t>
            </a:r>
          </a:p>
        </p:txBody>
      </p:sp>
      <p:sp>
        <p:nvSpPr>
          <p:cNvPr id="6149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distress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6154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615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15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6159" name="图片 1" descr="tmp12B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文本框 2"/>
          <p:cNvSpPr txBox="1"/>
          <p:nvPr>
            <p:custDataLst>
              <p:tags r:id="rId2"/>
            </p:custDataLst>
          </p:nvPr>
        </p:nvSpPr>
        <p:spPr>
          <a:xfrm>
            <a:off x="571500" y="746125"/>
            <a:ext cx="4572000" cy="28575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 </a:t>
            </a:r>
            <a:r>
              <a:rPr lang="en-US" altLang="zh-CN" sz="2800" dirty="0"/>
              <a:t>When you embark on an air journey, you shall pay additional fees if you ________ the stipulated luggage allowance formulated by the aviation company rigidly.</a:t>
            </a:r>
            <a:endParaRPr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0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scratch</a:t>
            </a:r>
          </a:p>
        </p:txBody>
      </p:sp>
      <p:sp>
        <p:nvSpPr>
          <p:cNvPr id="7171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exceed</a:t>
            </a:r>
          </a:p>
        </p:txBody>
      </p:sp>
      <p:sp>
        <p:nvSpPr>
          <p:cNvPr id="7172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capture</a:t>
            </a:r>
          </a:p>
        </p:txBody>
      </p:sp>
      <p:sp>
        <p:nvSpPr>
          <p:cNvPr id="7173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adjust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7178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7181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182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7183" name="图片 1" descr="tmp12B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文本框 2"/>
          <p:cNvSpPr txBox="1"/>
          <p:nvPr>
            <p:custDataLst>
              <p:tags r:id="rId2"/>
            </p:custDataLst>
          </p:nvPr>
        </p:nvSpPr>
        <p:spPr>
          <a:xfrm>
            <a:off x="395288" y="825500"/>
            <a:ext cx="5100637" cy="2635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4.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800" dirty="0"/>
              <a:t>In the arduous process of academic learning, anything that is ___________ to students can scarcely arouse their fervent enthusiasm for proactive exploration.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194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subjunctive</a:t>
            </a:r>
          </a:p>
        </p:txBody>
      </p:sp>
      <p:sp>
        <p:nvSpPr>
          <p:cNvPr id="8195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adequate</a:t>
            </a:r>
          </a:p>
        </p:txBody>
      </p:sp>
      <p:sp>
        <p:nvSpPr>
          <p:cNvPr id="8196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tedious</a:t>
            </a:r>
          </a:p>
        </p:txBody>
      </p:sp>
      <p:sp>
        <p:nvSpPr>
          <p:cNvPr id="8197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complimentary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8202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820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8206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8207" name="图片 1" descr="tmp12B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文本框 2"/>
          <p:cNvSpPr txBox="1"/>
          <p:nvPr>
            <p:custDataLst>
              <p:tags r:id="rId2"/>
            </p:custDataLst>
          </p:nvPr>
        </p:nvSpPr>
        <p:spPr>
          <a:xfrm>
            <a:off x="190500" y="1152525"/>
            <a:ext cx="4953000" cy="22764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5.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800" dirty="0"/>
              <a:t>I have an innate fondness for adorable felines, yet unfortunately I'm ___________ to them and dare not make any physical contact whatsoever.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18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deficit</a:t>
            </a:r>
          </a:p>
        </p:txBody>
      </p:sp>
      <p:sp>
        <p:nvSpPr>
          <p:cNvPr id="9219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dumb</a:t>
            </a:r>
          </a:p>
        </p:txBody>
      </p:sp>
      <p:sp>
        <p:nvSpPr>
          <p:cNvPr id="9220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evident</a:t>
            </a:r>
          </a:p>
        </p:txBody>
      </p:sp>
      <p:sp>
        <p:nvSpPr>
          <p:cNvPr id="9221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allergic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9226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9229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9230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9231" name="图片 1" descr="tmp12B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文本框 2"/>
          <p:cNvSpPr txBox="1"/>
          <p:nvPr>
            <p:custDataLst>
              <p:tags r:id="rId2"/>
            </p:custDataLst>
          </p:nvPr>
        </p:nvSpPr>
        <p:spPr>
          <a:xfrm>
            <a:off x="571500" y="1350963"/>
            <a:ext cx="5253228" cy="21240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 </a:t>
            </a:r>
            <a:r>
              <a:rPr lang="en-US" altLang="zh-CN" sz="2800" dirty="0"/>
              <a:t>In the fiercely competitive global arena, our unparalleled creativity in tech domains is our most precious ___________ for sustainable development and triumph.</a:t>
            </a:r>
            <a:endParaRPr lang="en-US" altLang="zh-CN" sz="3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242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span</a:t>
            </a:r>
          </a:p>
        </p:txBody>
      </p:sp>
      <p:sp>
        <p:nvSpPr>
          <p:cNvPr id="10243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asset</a:t>
            </a:r>
          </a:p>
        </p:txBody>
      </p:sp>
      <p:sp>
        <p:nvSpPr>
          <p:cNvPr id="10244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tune</a:t>
            </a:r>
          </a:p>
        </p:txBody>
      </p:sp>
      <p:sp>
        <p:nvSpPr>
          <p:cNvPr id="10245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proficiency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10250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0253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0254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10255" name="图片 1" descr="tmp12B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文本框 2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7.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800" dirty="0"/>
              <a:t>As a sagacious individual, his wisdom resides in grasping how to cling to what is ___________ to his lifelong growth and career prosperity resolutely.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1266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deficit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7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presice</a:t>
            </a:r>
          </a:p>
        </p:txBody>
      </p:sp>
      <p:sp>
        <p:nvSpPr>
          <p:cNvPr id="11268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beneficial</a:t>
            </a:r>
          </a:p>
        </p:txBody>
      </p:sp>
      <p:sp>
        <p:nvSpPr>
          <p:cNvPr id="11269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competent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11274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127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127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11279" name="图片 1" descr="tmp12B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文本框 2"/>
          <p:cNvSpPr txBox="1"/>
          <p:nvPr>
            <p:custDataLst>
              <p:tags r:id="rId2"/>
            </p:custDataLst>
          </p:nvPr>
        </p:nvSpPr>
        <p:spPr>
          <a:xfrm>
            <a:off x="539750" y="736600"/>
            <a:ext cx="5303266" cy="28575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8</a:t>
            </a:r>
            <a:r>
              <a:rPr lang="en-US" altLang="zh-CN" sz="2800" dirty="0"/>
              <a:t> For the sake of enhancing reading efficiency, the entire lengthy chapter can be __________ into a few concise paragraphs by the seasoned editor meticulously.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290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condensed</a:t>
            </a:r>
          </a:p>
        </p:txBody>
      </p:sp>
      <p:sp>
        <p:nvSpPr>
          <p:cNvPr id="12291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adopted</a:t>
            </a:r>
          </a:p>
        </p:txBody>
      </p:sp>
      <p:sp>
        <p:nvSpPr>
          <p:cNvPr id="12292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proclaimed</a:t>
            </a:r>
          </a:p>
        </p:txBody>
      </p:sp>
      <p:sp>
        <p:nvSpPr>
          <p:cNvPr id="12293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obliged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12298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2301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2302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12303" name="图片 1" descr="tmp12B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文本框 2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5016500" cy="28575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endParaRPr lang="en-US" altLang="zh-CN" sz="2600" dirty="0">
              <a:latin typeface="Times New Roman" panose="020206030504050203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9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 </a:t>
            </a:r>
            <a:r>
              <a:rPr lang="en-US" altLang="zh-CN" sz="2800" dirty="0"/>
              <a:t>A rigorous formal education stressing history, literature and culture helps one learn to ___________ right from wrong in intricate social circumstances adeptly.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4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thrust</a:t>
            </a:r>
          </a:p>
        </p:txBody>
      </p:sp>
      <p:sp>
        <p:nvSpPr>
          <p:cNvPr id="13315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expend</a:t>
            </a:r>
          </a:p>
        </p:txBody>
      </p:sp>
      <p:sp>
        <p:nvSpPr>
          <p:cNvPr id="13316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criticize</a:t>
            </a:r>
          </a:p>
        </p:txBody>
      </p:sp>
      <p:sp>
        <p:nvSpPr>
          <p:cNvPr id="13317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distinguish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13322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32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3326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13327" name="图片 1" descr="tmp12B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文本框 2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You should regard language as a road map and a valuable possession: often study the road map (check grammar) and _____  up the car engine (adjust vocabulary).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8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capture</a:t>
            </a:r>
          </a:p>
        </p:txBody>
      </p:sp>
      <p:sp>
        <p:nvSpPr>
          <p:cNvPr id="14339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proclaim</a:t>
            </a:r>
          </a:p>
        </p:txBody>
      </p:sp>
      <p:sp>
        <p:nvSpPr>
          <p:cNvPr id="14340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tune</a:t>
            </a:r>
          </a:p>
        </p:txBody>
      </p:sp>
      <p:sp>
        <p:nvSpPr>
          <p:cNvPr id="14341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lift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14346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4349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4350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14351" name="图片 1" descr="tmpB79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文本框 2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823460" cy="28575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11. </a:t>
            </a:r>
            <a:r>
              <a:rPr lang="en-US" altLang="zh-CN" sz="2800" dirty="0"/>
              <a:t>In the realm of educational research, merely limited attention is devoted to students with other disabilities involving auditory function ________ fundamentally.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2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definition</a:t>
            </a:r>
          </a:p>
        </p:txBody>
      </p:sp>
      <p:sp>
        <p:nvSpPr>
          <p:cNvPr id="15363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deficit</a:t>
            </a:r>
          </a:p>
        </p:txBody>
      </p:sp>
      <p:sp>
        <p:nvSpPr>
          <p:cNvPr id="15364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default</a:t>
            </a:r>
          </a:p>
        </p:txBody>
      </p:sp>
      <p:sp>
        <p:nvSpPr>
          <p:cNvPr id="15365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defense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15370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5373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5374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15375" name="图片 1" descr="tmpB79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文本框 2"/>
          <p:cNvSpPr txBox="1"/>
          <p:nvPr>
            <p:custDataLst>
              <p:tags r:id="rId2"/>
            </p:custDataLst>
          </p:nvPr>
        </p:nvSpPr>
        <p:spPr>
          <a:xfrm>
            <a:off x="335979" y="634714"/>
            <a:ext cx="5298948" cy="28575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12. </a:t>
            </a:r>
            <a:r>
              <a:rPr lang="en-US" altLang="zh-CN" sz="2800" dirty="0"/>
              <a:t>Tim Cook, who succeeded Jobs as chief executive in August, was universally deemed as ________ yet unremarkable and uninspiring by the public back then.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6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stationary</a:t>
            </a:r>
          </a:p>
        </p:txBody>
      </p:sp>
      <p:sp>
        <p:nvSpPr>
          <p:cNvPr id="16387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impassioned</a:t>
            </a:r>
          </a:p>
        </p:txBody>
      </p:sp>
      <p:sp>
        <p:nvSpPr>
          <p:cNvPr id="16388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competent</a:t>
            </a:r>
          </a:p>
        </p:txBody>
      </p:sp>
      <p:sp>
        <p:nvSpPr>
          <p:cNvPr id="16389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emotional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16394" name="组合 15"/>
          <p:cNvGrpSpPr/>
          <p:nvPr>
            <p:custDataLst>
              <p:tags r:id="rId11"/>
            </p:custDataLst>
          </p:nvPr>
        </p:nvGrpSpPr>
        <p:grpSpPr>
          <a:xfrm>
            <a:off x="0" y="-286"/>
            <a:ext cx="5715000" cy="635000"/>
            <a:chOff x="200" y="138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200" y="138"/>
              <a:ext cx="90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200" y="138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639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600" y="138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39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603" y="310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16399" name="图片 1" descr="tmpB79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文本框 2"/>
          <p:cNvSpPr txBox="1"/>
          <p:nvPr>
            <p:custDataLst>
              <p:tags r:id="rId2"/>
            </p:custDataLst>
          </p:nvPr>
        </p:nvSpPr>
        <p:spPr>
          <a:xfrm>
            <a:off x="465836" y="793750"/>
            <a:ext cx="5122164" cy="28575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13. </a:t>
            </a:r>
            <a:r>
              <a:rPr lang="en-US" altLang="zh-CN" sz="2800" dirty="0"/>
              <a:t>Owing to divergent academic backgrounds, numerous students are not ________ prepared for the formidable challenges of higher education at universities.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410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beneficially</a:t>
            </a:r>
          </a:p>
        </p:txBody>
      </p:sp>
      <p:sp>
        <p:nvSpPr>
          <p:cNvPr id="17411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professionally</a:t>
            </a:r>
          </a:p>
        </p:txBody>
      </p:sp>
      <p:sp>
        <p:nvSpPr>
          <p:cNvPr id="17412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adequately </a:t>
            </a:r>
          </a:p>
        </p:txBody>
      </p:sp>
      <p:sp>
        <p:nvSpPr>
          <p:cNvPr id="17413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distinctively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17418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7421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7422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17423" name="图片 1" descr="tmpB79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文本框 2"/>
          <p:cNvSpPr txBox="1"/>
          <p:nvPr>
            <p:custDataLst>
              <p:tags r:id="rId2"/>
            </p:custDataLst>
          </p:nvPr>
        </p:nvSpPr>
        <p:spPr>
          <a:xfrm>
            <a:off x="539750" y="814388"/>
            <a:ext cx="4572000" cy="28575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14. </a:t>
            </a:r>
            <a:r>
              <a:rPr lang="en-US" altLang="zh-CN" sz="2800" dirty="0"/>
              <a:t>In virtually every sovereign nation, parents are ________ by statutory laws to send their offspring to school for fundamental compulsory education.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4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obliged </a:t>
            </a:r>
          </a:p>
        </p:txBody>
      </p:sp>
      <p:sp>
        <p:nvSpPr>
          <p:cNvPr id="18435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encouraged</a:t>
            </a:r>
          </a:p>
        </p:txBody>
      </p:sp>
      <p:sp>
        <p:nvSpPr>
          <p:cNvPr id="18436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rewarded</a:t>
            </a:r>
          </a:p>
        </p:txBody>
      </p:sp>
      <p:sp>
        <p:nvSpPr>
          <p:cNvPr id="18437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attracted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18442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844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8446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18447" name="图片 1" descr="tmpB79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文本框 2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786884" cy="28575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15. </a:t>
            </a:r>
            <a:r>
              <a:rPr lang="en-US" altLang="zh-CN" sz="2800" dirty="0"/>
              <a:t>Aamir Khan was exceedingly ________ his movie character and strived arduously to render it congruent with the authentic real-life story thoroughly.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58" name="文本框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fresh from</a:t>
            </a:r>
          </a:p>
        </p:txBody>
      </p:sp>
      <p:sp>
        <p:nvSpPr>
          <p:cNvPr id="19459" name="文本框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suspicious about</a:t>
            </a:r>
          </a:p>
        </p:txBody>
      </p:sp>
      <p:sp>
        <p:nvSpPr>
          <p:cNvPr id="19460" name="文本框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serious about</a:t>
            </a:r>
          </a:p>
        </p:txBody>
      </p:sp>
      <p:sp>
        <p:nvSpPr>
          <p:cNvPr id="19461" name="文本框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incautious about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750" y="3868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5011738"/>
            <a:ext cx="547688" cy="547688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750" y="6154738"/>
            <a:ext cx="547688" cy="547688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 fontAlgn="auto"/>
            <a:r>
              <a:rPr lang="zh-CN" altLang="en-US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grpSp>
        <p:nvGrpSpPr>
          <p:cNvPr id="19466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2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3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sp>
          <p:nvSpPr>
            <p:cNvPr id="19469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9470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19471" name="图片 1" descr="tmpB79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文本框 7"/>
          <p:cNvSpPr txBox="1"/>
          <p:nvPr>
            <p:custDataLst>
              <p:tags r:id="rId2"/>
            </p:custDataLst>
          </p:nvPr>
        </p:nvSpPr>
        <p:spPr>
          <a:xfrm>
            <a:off x="571500" y="724922"/>
            <a:ext cx="4572000" cy="267765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16. </a:t>
            </a:r>
            <a:r>
              <a:rPr lang="en-US" altLang="zh-CN" sz="2800" dirty="0"/>
              <a:t>As a perennial truth, success is a perpetual journey, not a fixed _______; the process of doing is far more vital than the ultimate outcome in life.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482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8900"/>
            <a:ext cx="1517650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deserve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484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1900"/>
            <a:ext cx="1419225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destiny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486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4900"/>
            <a:ext cx="2159000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destination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488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327900"/>
            <a:ext cx="2070100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destruction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0490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20493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0494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0495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文本框 7"/>
          <p:cNvSpPr txBox="1"/>
          <p:nvPr>
            <p:custDataLst>
              <p:tags r:id="rId2"/>
            </p:custDataLst>
          </p:nvPr>
        </p:nvSpPr>
        <p:spPr>
          <a:xfrm>
            <a:off x="571500" y="724923"/>
            <a:ext cx="4889500" cy="267765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17. </a:t>
            </a:r>
            <a:r>
              <a:rPr lang="en-US" altLang="zh-CN" sz="2800" dirty="0"/>
              <a:t>After weeks of meticulous planning, we finally embarked on a delightful ________ into the lush, unspoiled forest to reconnect with nature and escape urban monotony.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06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7154"/>
            <a:ext cx="219456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exploration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08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916936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discovery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0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3154"/>
            <a:ext cx="205740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journey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512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326154"/>
            <a:ext cx="171450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excursion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1514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2151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151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1519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7"/>
          <p:cNvSpPr txBox="1"/>
          <p:nvPr>
            <p:custDataLst>
              <p:tags r:id="rId2"/>
            </p:custDataLst>
          </p:nvPr>
        </p:nvSpPr>
        <p:spPr>
          <a:xfrm>
            <a:off x="571500" y="724922"/>
            <a:ext cx="4786884" cy="267765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18. </a:t>
            </a:r>
            <a:r>
              <a:rPr lang="en-US" altLang="zh-CN" sz="2800" dirty="0"/>
              <a:t>Her ________ dedication to mastering the violin was evident in the countless hours she spent practicing, showing a deep commitment to her artistic goals.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530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7154"/>
            <a:ext cx="246888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Superficial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532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1900"/>
            <a:ext cx="1525588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earnest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534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4900"/>
            <a:ext cx="1719263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intrigued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536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327900"/>
            <a:ext cx="1609725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featured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2538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22541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2542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2543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文本框 7"/>
          <p:cNvSpPr txBox="1"/>
          <p:nvPr>
            <p:custDataLst>
              <p:tags r:id="rId2"/>
            </p:custDataLst>
          </p:nvPr>
        </p:nvSpPr>
        <p:spPr>
          <a:xfrm>
            <a:off x="571500" y="724922"/>
            <a:ext cx="5016500" cy="267765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19. </a:t>
            </a:r>
            <a:r>
              <a:rPr lang="en-US" altLang="zh-CN" sz="2800" dirty="0"/>
              <a:t>The skilled photographer managed to ________ the fleeting expression of pure joy on the child's face, creating a timeless and emotionally resonant image.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554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8900"/>
            <a:ext cx="1579563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capture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556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1900"/>
            <a:ext cx="1089025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feel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558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3154"/>
            <a:ext cx="2395728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capitation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560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327900"/>
            <a:ext cx="1457325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fortune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3562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2356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3566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3567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文本框 7"/>
          <p:cNvSpPr txBox="1"/>
          <p:nvPr>
            <p:custDataLst>
              <p:tags r:id="rId2"/>
            </p:custDataLst>
          </p:nvPr>
        </p:nvSpPr>
        <p:spPr>
          <a:xfrm>
            <a:off x="571500" y="724922"/>
            <a:ext cx="5016500" cy="267765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20. </a:t>
            </a:r>
            <a:r>
              <a:rPr lang="en-US" altLang="zh-CN" sz="2800" dirty="0"/>
              <a:t>The renowned critic offered a ________ review of the young author's debut novel, praising its originality and profound insights into human nature.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578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7157"/>
            <a:ext cx="302260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latin typeface="微软雅黑" panose="020B0503020204020204" pitchFamily="34" charset="-122"/>
                <a:sym typeface="微软雅黑" panose="020B0503020204020204" pitchFamily="34" charset="-122"/>
              </a:rPr>
              <a:t>complementary</a:t>
            </a: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580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313432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contended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582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3155"/>
            <a:ext cx="2093976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condensed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584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372598"/>
            <a:ext cx="2779776" cy="76944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complimentary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
  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4586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24589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4590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4591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文本框 7"/>
          <p:cNvSpPr txBox="1"/>
          <p:nvPr>
            <p:custDataLst>
              <p:tags r:id="rId2"/>
            </p:custDataLst>
          </p:nvPr>
        </p:nvSpPr>
        <p:spPr>
          <a:xfrm>
            <a:off x="571500" y="724923"/>
            <a:ext cx="4889500" cy="267765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21. </a:t>
            </a:r>
            <a:r>
              <a:rPr lang="en-US" altLang="zh-CN" sz="2800" dirty="0"/>
              <a:t>The two colors in the painting are not only visually appealing but also ________, enhancing each other's beauty and creating a harmonious overall effect.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602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8900"/>
            <a:ext cx="1490663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cracked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604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88036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complementary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606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3154"/>
            <a:ext cx="288036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complimentary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608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327900"/>
            <a:ext cx="1701800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camped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5610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25613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5614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5615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文本框 7"/>
          <p:cNvSpPr txBox="1"/>
          <p:nvPr>
            <p:custDataLst>
              <p:tags r:id="rId2"/>
            </p:custDataLst>
          </p:nvPr>
        </p:nvSpPr>
        <p:spPr>
          <a:xfrm>
            <a:off x="571500" y="724923"/>
            <a:ext cx="4796028" cy="267765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22. </a:t>
            </a:r>
            <a:r>
              <a:rPr lang="en-US" altLang="zh-CN" sz="2800" dirty="0"/>
              <a:t>The ancient statue has remained ________ for centuries, standing as a silent witness to the passage of time and the evolution of the city around it.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626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7155"/>
            <a:ext cx="1947672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stationery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628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1947672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stationary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630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4900"/>
            <a:ext cx="1395413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steady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632" name="文本框 14"/>
          <p:cNvSpPr txBox="1"/>
          <p:nvPr>
            <p:custDataLst>
              <p:tags r:id="rId9"/>
            </p:custDataLst>
          </p:nvPr>
        </p:nvSpPr>
        <p:spPr>
          <a:xfrm>
            <a:off x="1244600" y="7326154"/>
            <a:ext cx="161290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splendid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6634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2663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663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6639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文本框 7"/>
          <p:cNvSpPr txBox="1"/>
          <p:nvPr>
            <p:custDataLst>
              <p:tags r:id="rId2"/>
            </p:custDataLst>
          </p:nvPr>
        </p:nvSpPr>
        <p:spPr>
          <a:xfrm>
            <a:off x="571500" y="509480"/>
            <a:ext cx="4889500" cy="31085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23. </a:t>
            </a:r>
            <a:r>
              <a:rPr lang="en-US" altLang="zh-CN" sz="2800" dirty="0"/>
              <a:t>In scientific experiments, it is crucial to make ________ measurements to ensure the validity of the results and avoid any potential errors in the data analysis.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650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374396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vacant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652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1341438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precise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654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4900"/>
            <a:ext cx="1482725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gloomy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656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327900"/>
            <a:ext cx="974725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grey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7658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27661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7662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7663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文本框 7"/>
          <p:cNvSpPr txBox="1"/>
          <p:nvPr>
            <p:custDataLst>
              <p:tags r:id="rId2"/>
            </p:custDataLst>
          </p:nvPr>
        </p:nvSpPr>
        <p:spPr>
          <a:xfrm>
            <a:off x="571500" y="724922"/>
            <a:ext cx="4722876" cy="267765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24. </a:t>
            </a:r>
            <a:r>
              <a:rPr lang="en-US" altLang="zh-CN" sz="2800" dirty="0"/>
              <a:t>If you leave the milk out of the refrigerator for too long, it will quickly ________ and become undrinkable, posing a risk to your health if consumed.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674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8900"/>
            <a:ext cx="1171575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flavor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676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1900"/>
            <a:ext cx="1111250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scent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678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4900"/>
            <a:ext cx="1416050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680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354888"/>
            <a:ext cx="2397125" cy="49212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pronunciation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8682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2868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8686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8687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文本框 7"/>
          <p:cNvSpPr txBox="1"/>
          <p:nvPr>
            <p:custDataLst>
              <p:tags r:id="rId2"/>
            </p:custDataLst>
          </p:nvPr>
        </p:nvSpPr>
        <p:spPr>
          <a:xfrm>
            <a:off x="571500" y="724922"/>
            <a:ext cx="4814316" cy="267765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25. </a:t>
            </a:r>
            <a:r>
              <a:rPr lang="en-US" altLang="zh-CN" sz="2800" dirty="0"/>
              <a:t>As she watched her daughter graduate with honors, her heart began to ________ immense pride and joy, tears of happiness welling up in her eyes.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698" name="文本框 8"/>
          <p:cNvSpPr txBox="1"/>
          <p:nvPr>
            <p:custDataLst>
              <p:tags r:id="rId3"/>
            </p:custDataLst>
          </p:nvPr>
        </p:nvSpPr>
        <p:spPr>
          <a:xfrm>
            <a:off x="1142999" y="3897154"/>
            <a:ext cx="2668905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immerse with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700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0155"/>
            <a:ext cx="2414016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absorb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 into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702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4900"/>
            <a:ext cx="1841500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si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nk into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704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269163"/>
            <a:ext cx="2160588" cy="89217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swell with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
 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9706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29709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29710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9711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文本框 7"/>
          <p:cNvSpPr txBox="1"/>
          <p:nvPr>
            <p:custDataLst>
              <p:tags r:id="rId2"/>
            </p:custDataLst>
          </p:nvPr>
        </p:nvSpPr>
        <p:spPr>
          <a:xfrm>
            <a:off x="571500" y="724922"/>
            <a:ext cx="4889500" cy="267765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26. </a:t>
            </a:r>
            <a:r>
              <a:rPr lang="en-US" altLang="zh-CN" sz="2800" dirty="0"/>
              <a:t>While strolling through the bustling market, I happened to ________ an old friend from college whom I hadn't seen in over a decade, leading to a warm reunion.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722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7154"/>
            <a:ext cx="2221992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r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 down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724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0156"/>
            <a:ext cx="1712912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r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 out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726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4900"/>
            <a:ext cx="1712913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run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into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728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326154"/>
            <a:ext cx="1856232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r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 away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0730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30733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30734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0735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文本框 7"/>
          <p:cNvSpPr txBox="1"/>
          <p:nvPr>
            <p:custDataLst>
              <p:tags r:id="rId2"/>
            </p:custDataLst>
          </p:nvPr>
        </p:nvSpPr>
        <p:spPr>
          <a:xfrm>
            <a:off x="571500" y="724922"/>
            <a:ext cx="4777740" cy="267765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27. </a:t>
            </a:r>
            <a:r>
              <a:rPr lang="en-US" altLang="zh-CN" sz="2800" dirty="0"/>
              <a:t>After hours of intense discussion, the team finally managed to ________ the exact date and venue for the upcoming product launch event.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46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7630"/>
            <a:ext cx="210502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nail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on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48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0630"/>
            <a:ext cx="216471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nail down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50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3630"/>
            <a:ext cx="227139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pulled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down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752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326630"/>
            <a:ext cx="251650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pulled 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off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1754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31757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31758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1759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文本框 7"/>
          <p:cNvSpPr txBox="1"/>
          <p:nvPr>
            <p:custDataLst>
              <p:tags r:id="rId2"/>
            </p:custDataLst>
          </p:nvPr>
        </p:nvSpPr>
        <p:spPr>
          <a:xfrm>
            <a:off x="571500" y="509479"/>
            <a:ext cx="4572000" cy="31085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28. </a:t>
            </a:r>
            <a:r>
              <a:rPr lang="en-US" altLang="zh-CN" sz="2800" dirty="0"/>
              <a:t>Without a map or a functioning GPS, it's easy to ________ in the winding streets of the old town, especially when the signs are written in an unfamiliar language.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2770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8900"/>
            <a:ext cx="2265363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get lost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2772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1900"/>
            <a:ext cx="1657350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get loose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2774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4900"/>
            <a:ext cx="1738313" cy="48895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lost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2776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326154"/>
            <a:ext cx="2459736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get wrong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2778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32781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32782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2783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文本框 7"/>
          <p:cNvSpPr txBox="1"/>
          <p:nvPr>
            <p:custDataLst>
              <p:tags r:id="rId2"/>
            </p:custDataLst>
          </p:nvPr>
        </p:nvSpPr>
        <p:spPr>
          <a:xfrm>
            <a:off x="571500" y="509479"/>
            <a:ext cx="5207000" cy="31085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29. </a:t>
            </a:r>
            <a:r>
              <a:rPr lang="en-US" altLang="zh-CN" sz="2800" dirty="0"/>
              <a:t>The state-of-the-art research laboratory is ________ cutting-edge technology and sophisticated instruments to facilitate groundbreaking scientific discoveries.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794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7155"/>
            <a:ext cx="2231136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armed with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796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2916936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advocated with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798" name="文本框 12"/>
          <p:cNvSpPr txBox="1"/>
          <p:nvPr>
            <p:custDataLst>
              <p:tags r:id="rId7"/>
            </p:custDataLst>
          </p:nvPr>
        </p:nvSpPr>
        <p:spPr>
          <a:xfrm>
            <a:off x="1142999" y="6183154"/>
            <a:ext cx="2668905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announced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3800" name="文本框 14"/>
          <p:cNvSpPr txBox="1"/>
          <p:nvPr>
            <p:custDataLst>
              <p:tags r:id="rId9"/>
            </p:custDataLst>
          </p:nvPr>
        </p:nvSpPr>
        <p:spPr>
          <a:xfrm>
            <a:off x="1157288" y="7408705"/>
            <a:ext cx="2765488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equipped with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3802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3380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33806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3807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文本框 7"/>
          <p:cNvSpPr txBox="1"/>
          <p:nvPr>
            <p:custDataLst>
              <p:tags r:id="rId2"/>
            </p:custDataLst>
          </p:nvPr>
        </p:nvSpPr>
        <p:spPr>
          <a:xfrm>
            <a:off x="571500" y="724922"/>
            <a:ext cx="4551363" cy="2677656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30. </a:t>
            </a:r>
            <a:r>
              <a:rPr lang="en-US" altLang="zh-CN" sz="2800" dirty="0"/>
              <a:t>________ a year-long study abroad program in Paris, she returned home with a newfound fluency in French and a broader cultural perspective.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4818" name="文本框 8"/>
          <p:cNvSpPr txBox="1"/>
          <p:nvPr>
            <p:custDataLst>
              <p:tags r:id="rId3"/>
            </p:custDataLst>
          </p:nvPr>
        </p:nvSpPr>
        <p:spPr>
          <a:xfrm>
            <a:off x="1143000" y="3897154"/>
            <a:ext cx="219456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Start From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750" y="3868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4820" name="文本框 10"/>
          <p:cNvSpPr txBox="1"/>
          <p:nvPr>
            <p:custDataLst>
              <p:tags r:id="rId5"/>
            </p:custDataLst>
          </p:nvPr>
        </p:nvSpPr>
        <p:spPr>
          <a:xfrm>
            <a:off x="1143000" y="5040154"/>
            <a:ext cx="324612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F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resh from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750" y="5011738"/>
            <a:ext cx="547688" cy="549275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4822" name="文本框 12"/>
          <p:cNvSpPr txBox="1"/>
          <p:nvPr>
            <p:custDataLst>
              <p:tags r:id="rId7"/>
            </p:custDataLst>
          </p:nvPr>
        </p:nvSpPr>
        <p:spPr>
          <a:xfrm>
            <a:off x="1143000" y="6183154"/>
            <a:ext cx="228600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Exerted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750" y="6154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4824" name="文本框 14"/>
          <p:cNvSpPr txBox="1"/>
          <p:nvPr>
            <p:custDataLst>
              <p:tags r:id="rId9"/>
            </p:custDataLst>
          </p:nvPr>
        </p:nvSpPr>
        <p:spPr>
          <a:xfrm>
            <a:off x="1143000" y="7326154"/>
            <a:ext cx="3456432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Distinguished from 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750" y="7297738"/>
            <a:ext cx="547688" cy="549275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 fontAlgn="base"/>
            <a:r>
              <a:rPr lang="en-US" altLang="zh-CN" sz="1600" strike="noStrike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strike="noStrike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4826" name="组合 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34829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34830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4831" name="图片 1"/>
          <p:cNvPicPr/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4905e07-e8c9-432f-9152-e56483ef4440"/>
  <p:tag name="COMMONDATA" val="eyJoZGlkIjoiN2U4MjBlZmEzMGRkMjJhNDIzMmNlZWY2ZmEwMjExZT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1276</Words>
  <Application>Microsoft Office PowerPoint</Application>
  <PresentationFormat>全屏显示(16:10)</PresentationFormat>
  <Paragraphs>335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微软雅黑</vt:lpstr>
      <vt:lpstr>Arial</vt:lpstr>
      <vt:lpstr>Times New Roman</vt:lpstr>
      <vt:lpstr>Wingdings</vt:lpstr>
      <vt:lpstr>Office 主题​​</vt:lpstr>
      <vt:lpstr>2025级《大学英语2》雨课堂词汇练习1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12053</dc:creator>
  <cp:lastModifiedBy>梦景 王</cp:lastModifiedBy>
  <cp:revision>191</cp:revision>
  <dcterms:created xsi:type="dcterms:W3CDTF">2019-06-19T02:08:00Z</dcterms:created>
  <dcterms:modified xsi:type="dcterms:W3CDTF">2026-03-06T11:56:15Z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2052-11.1.0.12313</vt:lpwstr>
  </property>
  <property fmtid="{D5CDD505-2E9C-101B-9397-08002B2CF9AE}" pid="3" name="ICV">
    <vt:lpwstr>AB8EF01EBCF646BCBAAE3FC2083087AE</vt:lpwstr>
  </property>
</Properties>
</file>
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89" r:id="rId5"/>
    <p:sldId id="290" r:id="rId6"/>
    <p:sldId id="291" r:id="rId7"/>
    <p:sldId id="292" r:id="rId8"/>
    <p:sldId id="293" r:id="rId9"/>
    <p:sldId id="294" r:id="rId10"/>
    <p:sldId id="295" r:id="rId11"/>
    <p:sldId id="296" r:id="rId12"/>
    <p:sldId id="297" r:id="rId13"/>
    <p:sldId id="298" r:id="rId14"/>
    <p:sldId id="299" r:id="rId15"/>
    <p:sldId id="300" r:id="rId16"/>
    <p:sldId id="301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</p:sldIdLst>
  <p:sldSz cx="5715000" cy="9144000" type="screen16x10"/>
  <p:notesSz cx="6858000" cy="9144000"/>
  <p:defaultTextStyle>
    <a:defPPr>
      <a:defRPr lang="zh-CN"/>
    </a:defPPr>
    <a:lvl1pPr marL="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180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51" d="100"/>
          <a:sy n="51" d="100"/>
        </p:scale>
        <p:origin x="2080" y="56"/>
      </p:cViewPr>
      <p:guideLst>
        <p:guide orient="horz" pos="2880"/>
        <p:guide pos="180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86F259-369D-47A3-9CF3-16DF807608EA}" type="datetimeFigureOut">
              <a:rPr lang="zh-CN" altLang="en-US" smtClean="0"/>
              <a:t>2026/2/26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463800" y="1143000"/>
            <a:ext cx="1930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491D67-7559-4C51-BACA-55862D3325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5453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491D67-7559-4C51-BACA-55862D33255A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36413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雨课堂试卷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D690ED-132B-4588-91BB-4D1CA3C20E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5750" y="3810000"/>
            <a:ext cx="5143500" cy="1524000"/>
          </a:xfrm>
          <a:prstGeom prst="rect">
            <a:avLst/>
          </a:prstGeom>
        </p:spPr>
        <p:txBody>
          <a:bodyPr vert="horz" anchor="ctr" anchorCtr="1"/>
          <a:lstStyle>
            <a:lvl1pPr>
              <a:defRPr sz="2600"/>
            </a:lvl1pPr>
          </a:lstStyle>
          <a:p>
            <a:r>
              <a:rPr lang="zh-CN" altLang="en-US"/>
              <a:t>请填写试卷标题</a:t>
            </a:r>
          </a:p>
        </p:txBody>
      </p:sp>
    </p:spTree>
    <p:extLst>
      <p:ext uri="{BB962C8B-B14F-4D97-AF65-F5344CB8AC3E}">
        <p14:creationId xmlns:p14="http://schemas.microsoft.com/office/powerpoint/2010/main" val="2737008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1347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3072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385763" rtl="0" eaLnBrk="1" latinLnBrk="0" hangingPunct="1">
        <a:lnSpc>
          <a:spcPct val="90000"/>
        </a:lnSpc>
        <a:spcBef>
          <a:spcPct val="0"/>
        </a:spcBef>
        <a:buNone/>
        <a:defRPr sz="185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6441" indent="-96441" algn="l" defTabSz="385763" rtl="0" eaLnBrk="1" latinLnBrk="0" hangingPunct="1">
        <a:lnSpc>
          <a:spcPct val="90000"/>
        </a:lnSpc>
        <a:spcBef>
          <a:spcPts val="422"/>
        </a:spcBef>
        <a:buFont typeface="Arial" panose="020B0604020202020204" pitchFamily="34" charset="0"/>
        <a:buChar char="•"/>
        <a:defRPr sz="1181" kern="1200">
          <a:solidFill>
            <a:schemeClr val="tx1"/>
          </a:solidFill>
          <a:latin typeface="+mn-lt"/>
          <a:ea typeface="+mn-ea"/>
          <a:cs typeface="+mn-cs"/>
        </a:defRPr>
      </a:lvl1pPr>
      <a:lvl2pPr marL="289322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482204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844" kern="1200">
          <a:solidFill>
            <a:schemeClr val="tx1"/>
          </a:solidFill>
          <a:latin typeface="+mn-lt"/>
          <a:ea typeface="+mn-ea"/>
          <a:cs typeface="+mn-cs"/>
        </a:defRPr>
      </a:lvl3pPr>
      <a:lvl4pPr marL="675085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867966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1060847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253729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446610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639491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1pPr>
      <a:lvl2pPr marL="192881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2pPr>
      <a:lvl3pPr marL="385763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3pPr>
      <a:lvl4pPr marL="578644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771525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964406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157288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350169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54305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13" Type="http://schemas.openxmlformats.org/officeDocument/2006/relationships/tags" Target="../tags/tag15.xml"/><Relationship Id="rId18" Type="http://schemas.openxmlformats.org/officeDocument/2006/relationships/image" Target="../media/image1.tmp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12" Type="http://schemas.openxmlformats.org/officeDocument/2006/relationships/tags" Target="../tags/tag14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4.xml"/><Relationship Id="rId16" Type="http://schemas.openxmlformats.org/officeDocument/2006/relationships/tags" Target="../tags/tag18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tags" Target="../tags/tag13.xml"/><Relationship Id="rId5" Type="http://schemas.openxmlformats.org/officeDocument/2006/relationships/tags" Target="../tags/tag7.xml"/><Relationship Id="rId15" Type="http://schemas.openxmlformats.org/officeDocument/2006/relationships/tags" Target="../tags/tag17.xml"/><Relationship Id="rId10" Type="http://schemas.openxmlformats.org/officeDocument/2006/relationships/tags" Target="../tags/tag12.xml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4" Type="http://schemas.openxmlformats.org/officeDocument/2006/relationships/tags" Target="../tags/tag1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26.xml"/><Relationship Id="rId13" Type="http://schemas.openxmlformats.org/officeDocument/2006/relationships/tags" Target="../tags/tag31.xml"/><Relationship Id="rId18" Type="http://schemas.openxmlformats.org/officeDocument/2006/relationships/image" Target="../media/image1.tmp"/><Relationship Id="rId3" Type="http://schemas.openxmlformats.org/officeDocument/2006/relationships/tags" Target="../tags/tag21.xml"/><Relationship Id="rId7" Type="http://schemas.openxmlformats.org/officeDocument/2006/relationships/tags" Target="../tags/tag25.xml"/><Relationship Id="rId12" Type="http://schemas.openxmlformats.org/officeDocument/2006/relationships/tags" Target="../tags/tag30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20.xml"/><Relationship Id="rId16" Type="http://schemas.openxmlformats.org/officeDocument/2006/relationships/tags" Target="../tags/tag34.xml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11" Type="http://schemas.openxmlformats.org/officeDocument/2006/relationships/tags" Target="../tags/tag29.xml"/><Relationship Id="rId5" Type="http://schemas.openxmlformats.org/officeDocument/2006/relationships/tags" Target="../tags/tag23.xml"/><Relationship Id="rId15" Type="http://schemas.openxmlformats.org/officeDocument/2006/relationships/tags" Target="../tags/tag33.xml"/><Relationship Id="rId10" Type="http://schemas.openxmlformats.org/officeDocument/2006/relationships/tags" Target="../tags/tag28.xml"/><Relationship Id="rId4" Type="http://schemas.openxmlformats.org/officeDocument/2006/relationships/tags" Target="../tags/tag22.xml"/><Relationship Id="rId9" Type="http://schemas.openxmlformats.org/officeDocument/2006/relationships/tags" Target="../tags/tag27.xml"/><Relationship Id="rId14" Type="http://schemas.openxmlformats.org/officeDocument/2006/relationships/tags" Target="../tags/tag3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13" Type="http://schemas.openxmlformats.org/officeDocument/2006/relationships/tags" Target="../tags/tag47.xml"/><Relationship Id="rId18" Type="http://schemas.openxmlformats.org/officeDocument/2006/relationships/image" Target="../media/image1.tmp"/><Relationship Id="rId3" Type="http://schemas.openxmlformats.org/officeDocument/2006/relationships/tags" Target="../tags/tag37.xml"/><Relationship Id="rId7" Type="http://schemas.openxmlformats.org/officeDocument/2006/relationships/tags" Target="../tags/tag41.xml"/><Relationship Id="rId12" Type="http://schemas.openxmlformats.org/officeDocument/2006/relationships/tags" Target="../tags/tag46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36.xml"/><Relationship Id="rId16" Type="http://schemas.openxmlformats.org/officeDocument/2006/relationships/tags" Target="../tags/tag50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tags" Target="../tags/tag45.xml"/><Relationship Id="rId5" Type="http://schemas.openxmlformats.org/officeDocument/2006/relationships/tags" Target="../tags/tag39.xml"/><Relationship Id="rId15" Type="http://schemas.openxmlformats.org/officeDocument/2006/relationships/tags" Target="../tags/tag49.xml"/><Relationship Id="rId10" Type="http://schemas.openxmlformats.org/officeDocument/2006/relationships/tags" Target="../tags/tag44.xml"/><Relationship Id="rId4" Type="http://schemas.openxmlformats.org/officeDocument/2006/relationships/tags" Target="../tags/tag38.xml"/><Relationship Id="rId9" Type="http://schemas.openxmlformats.org/officeDocument/2006/relationships/tags" Target="../tags/tag43.xml"/><Relationship Id="rId14" Type="http://schemas.openxmlformats.org/officeDocument/2006/relationships/tags" Target="../tags/tag48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58.xml"/><Relationship Id="rId13" Type="http://schemas.openxmlformats.org/officeDocument/2006/relationships/tags" Target="../tags/tag63.xml"/><Relationship Id="rId18" Type="http://schemas.openxmlformats.org/officeDocument/2006/relationships/image" Target="../media/image1.tmp"/><Relationship Id="rId3" Type="http://schemas.openxmlformats.org/officeDocument/2006/relationships/tags" Target="../tags/tag53.xml"/><Relationship Id="rId7" Type="http://schemas.openxmlformats.org/officeDocument/2006/relationships/tags" Target="../tags/tag57.xml"/><Relationship Id="rId12" Type="http://schemas.openxmlformats.org/officeDocument/2006/relationships/tags" Target="../tags/tag62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52.xml"/><Relationship Id="rId16" Type="http://schemas.openxmlformats.org/officeDocument/2006/relationships/tags" Target="../tags/tag66.xml"/><Relationship Id="rId1" Type="http://schemas.openxmlformats.org/officeDocument/2006/relationships/tags" Target="../tags/tag51.xml"/><Relationship Id="rId6" Type="http://schemas.openxmlformats.org/officeDocument/2006/relationships/tags" Target="../tags/tag56.xml"/><Relationship Id="rId11" Type="http://schemas.openxmlformats.org/officeDocument/2006/relationships/tags" Target="../tags/tag61.xml"/><Relationship Id="rId5" Type="http://schemas.openxmlformats.org/officeDocument/2006/relationships/tags" Target="../tags/tag55.xml"/><Relationship Id="rId15" Type="http://schemas.openxmlformats.org/officeDocument/2006/relationships/tags" Target="../tags/tag65.xml"/><Relationship Id="rId10" Type="http://schemas.openxmlformats.org/officeDocument/2006/relationships/tags" Target="../tags/tag60.xml"/><Relationship Id="rId4" Type="http://schemas.openxmlformats.org/officeDocument/2006/relationships/tags" Target="../tags/tag54.xml"/><Relationship Id="rId9" Type="http://schemas.openxmlformats.org/officeDocument/2006/relationships/tags" Target="../tags/tag59.xml"/><Relationship Id="rId14" Type="http://schemas.openxmlformats.org/officeDocument/2006/relationships/tags" Target="../tags/tag6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74.xml"/><Relationship Id="rId13" Type="http://schemas.openxmlformats.org/officeDocument/2006/relationships/tags" Target="../tags/tag79.xml"/><Relationship Id="rId18" Type="http://schemas.openxmlformats.org/officeDocument/2006/relationships/image" Target="../media/image1.tmp"/><Relationship Id="rId3" Type="http://schemas.openxmlformats.org/officeDocument/2006/relationships/tags" Target="../tags/tag69.xml"/><Relationship Id="rId7" Type="http://schemas.openxmlformats.org/officeDocument/2006/relationships/tags" Target="../tags/tag73.xml"/><Relationship Id="rId12" Type="http://schemas.openxmlformats.org/officeDocument/2006/relationships/tags" Target="../tags/tag78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68.xml"/><Relationship Id="rId16" Type="http://schemas.openxmlformats.org/officeDocument/2006/relationships/tags" Target="../tags/tag82.xml"/><Relationship Id="rId1" Type="http://schemas.openxmlformats.org/officeDocument/2006/relationships/tags" Target="../tags/tag67.xml"/><Relationship Id="rId6" Type="http://schemas.openxmlformats.org/officeDocument/2006/relationships/tags" Target="../tags/tag72.xml"/><Relationship Id="rId11" Type="http://schemas.openxmlformats.org/officeDocument/2006/relationships/tags" Target="../tags/tag77.xml"/><Relationship Id="rId5" Type="http://schemas.openxmlformats.org/officeDocument/2006/relationships/tags" Target="../tags/tag71.xml"/><Relationship Id="rId15" Type="http://schemas.openxmlformats.org/officeDocument/2006/relationships/tags" Target="../tags/tag81.xml"/><Relationship Id="rId10" Type="http://schemas.openxmlformats.org/officeDocument/2006/relationships/tags" Target="../tags/tag76.xml"/><Relationship Id="rId4" Type="http://schemas.openxmlformats.org/officeDocument/2006/relationships/tags" Target="../tags/tag70.xml"/><Relationship Id="rId9" Type="http://schemas.openxmlformats.org/officeDocument/2006/relationships/tags" Target="../tags/tag75.xml"/><Relationship Id="rId14" Type="http://schemas.openxmlformats.org/officeDocument/2006/relationships/tags" Target="../tags/tag80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90.xml"/><Relationship Id="rId13" Type="http://schemas.openxmlformats.org/officeDocument/2006/relationships/tags" Target="../tags/tag95.xml"/><Relationship Id="rId18" Type="http://schemas.openxmlformats.org/officeDocument/2006/relationships/image" Target="../media/image1.tmp"/><Relationship Id="rId3" Type="http://schemas.openxmlformats.org/officeDocument/2006/relationships/tags" Target="../tags/tag85.xml"/><Relationship Id="rId7" Type="http://schemas.openxmlformats.org/officeDocument/2006/relationships/tags" Target="../tags/tag89.xml"/><Relationship Id="rId12" Type="http://schemas.openxmlformats.org/officeDocument/2006/relationships/tags" Target="../tags/tag94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84.xml"/><Relationship Id="rId16" Type="http://schemas.openxmlformats.org/officeDocument/2006/relationships/tags" Target="../tags/tag98.xml"/><Relationship Id="rId1" Type="http://schemas.openxmlformats.org/officeDocument/2006/relationships/tags" Target="../tags/tag83.xml"/><Relationship Id="rId6" Type="http://schemas.openxmlformats.org/officeDocument/2006/relationships/tags" Target="../tags/tag88.xml"/><Relationship Id="rId11" Type="http://schemas.openxmlformats.org/officeDocument/2006/relationships/tags" Target="../tags/tag93.xml"/><Relationship Id="rId5" Type="http://schemas.openxmlformats.org/officeDocument/2006/relationships/tags" Target="../tags/tag87.xml"/><Relationship Id="rId15" Type="http://schemas.openxmlformats.org/officeDocument/2006/relationships/tags" Target="../tags/tag97.xml"/><Relationship Id="rId10" Type="http://schemas.openxmlformats.org/officeDocument/2006/relationships/tags" Target="../tags/tag92.xml"/><Relationship Id="rId4" Type="http://schemas.openxmlformats.org/officeDocument/2006/relationships/tags" Target="../tags/tag86.xml"/><Relationship Id="rId9" Type="http://schemas.openxmlformats.org/officeDocument/2006/relationships/tags" Target="../tags/tag91.xml"/><Relationship Id="rId14" Type="http://schemas.openxmlformats.org/officeDocument/2006/relationships/tags" Target="../tags/tag9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106.xml"/><Relationship Id="rId13" Type="http://schemas.openxmlformats.org/officeDocument/2006/relationships/tags" Target="../tags/tag111.xml"/><Relationship Id="rId18" Type="http://schemas.openxmlformats.org/officeDocument/2006/relationships/image" Target="../media/image1.tmp"/><Relationship Id="rId3" Type="http://schemas.openxmlformats.org/officeDocument/2006/relationships/tags" Target="../tags/tag101.xml"/><Relationship Id="rId7" Type="http://schemas.openxmlformats.org/officeDocument/2006/relationships/tags" Target="../tags/tag105.xml"/><Relationship Id="rId12" Type="http://schemas.openxmlformats.org/officeDocument/2006/relationships/tags" Target="../tags/tag110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100.xml"/><Relationship Id="rId16" Type="http://schemas.openxmlformats.org/officeDocument/2006/relationships/tags" Target="../tags/tag114.xml"/><Relationship Id="rId1" Type="http://schemas.openxmlformats.org/officeDocument/2006/relationships/tags" Target="../tags/tag99.xml"/><Relationship Id="rId6" Type="http://schemas.openxmlformats.org/officeDocument/2006/relationships/tags" Target="../tags/tag104.xml"/><Relationship Id="rId11" Type="http://schemas.openxmlformats.org/officeDocument/2006/relationships/tags" Target="../tags/tag109.xml"/><Relationship Id="rId5" Type="http://schemas.openxmlformats.org/officeDocument/2006/relationships/tags" Target="../tags/tag103.xml"/><Relationship Id="rId15" Type="http://schemas.openxmlformats.org/officeDocument/2006/relationships/tags" Target="../tags/tag113.xml"/><Relationship Id="rId10" Type="http://schemas.openxmlformats.org/officeDocument/2006/relationships/tags" Target="../tags/tag108.xml"/><Relationship Id="rId4" Type="http://schemas.openxmlformats.org/officeDocument/2006/relationships/tags" Target="../tags/tag102.xml"/><Relationship Id="rId9" Type="http://schemas.openxmlformats.org/officeDocument/2006/relationships/tags" Target="../tags/tag107.xml"/><Relationship Id="rId14" Type="http://schemas.openxmlformats.org/officeDocument/2006/relationships/tags" Target="../tags/tag11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122.xml"/><Relationship Id="rId13" Type="http://schemas.openxmlformats.org/officeDocument/2006/relationships/tags" Target="../tags/tag127.xml"/><Relationship Id="rId18" Type="http://schemas.openxmlformats.org/officeDocument/2006/relationships/image" Target="../media/image1.tmp"/><Relationship Id="rId3" Type="http://schemas.openxmlformats.org/officeDocument/2006/relationships/tags" Target="../tags/tag117.xml"/><Relationship Id="rId7" Type="http://schemas.openxmlformats.org/officeDocument/2006/relationships/tags" Target="../tags/tag121.xml"/><Relationship Id="rId12" Type="http://schemas.openxmlformats.org/officeDocument/2006/relationships/tags" Target="../tags/tag126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116.xml"/><Relationship Id="rId16" Type="http://schemas.openxmlformats.org/officeDocument/2006/relationships/tags" Target="../tags/tag130.xml"/><Relationship Id="rId1" Type="http://schemas.openxmlformats.org/officeDocument/2006/relationships/tags" Target="../tags/tag115.xml"/><Relationship Id="rId6" Type="http://schemas.openxmlformats.org/officeDocument/2006/relationships/tags" Target="../tags/tag120.xml"/><Relationship Id="rId11" Type="http://schemas.openxmlformats.org/officeDocument/2006/relationships/tags" Target="../tags/tag125.xml"/><Relationship Id="rId5" Type="http://schemas.openxmlformats.org/officeDocument/2006/relationships/tags" Target="../tags/tag119.xml"/><Relationship Id="rId15" Type="http://schemas.openxmlformats.org/officeDocument/2006/relationships/tags" Target="../tags/tag129.xml"/><Relationship Id="rId10" Type="http://schemas.openxmlformats.org/officeDocument/2006/relationships/tags" Target="../tags/tag124.xml"/><Relationship Id="rId4" Type="http://schemas.openxmlformats.org/officeDocument/2006/relationships/tags" Target="../tags/tag118.xml"/><Relationship Id="rId9" Type="http://schemas.openxmlformats.org/officeDocument/2006/relationships/tags" Target="../tags/tag123.xml"/><Relationship Id="rId14" Type="http://schemas.openxmlformats.org/officeDocument/2006/relationships/tags" Target="../tags/tag128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138.xml"/><Relationship Id="rId13" Type="http://schemas.openxmlformats.org/officeDocument/2006/relationships/tags" Target="../tags/tag143.xml"/><Relationship Id="rId18" Type="http://schemas.openxmlformats.org/officeDocument/2006/relationships/image" Target="../media/image1.tmp"/><Relationship Id="rId3" Type="http://schemas.openxmlformats.org/officeDocument/2006/relationships/tags" Target="../tags/tag133.xml"/><Relationship Id="rId7" Type="http://schemas.openxmlformats.org/officeDocument/2006/relationships/tags" Target="../tags/tag137.xml"/><Relationship Id="rId12" Type="http://schemas.openxmlformats.org/officeDocument/2006/relationships/tags" Target="../tags/tag142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132.xml"/><Relationship Id="rId16" Type="http://schemas.openxmlformats.org/officeDocument/2006/relationships/tags" Target="../tags/tag146.xml"/><Relationship Id="rId1" Type="http://schemas.openxmlformats.org/officeDocument/2006/relationships/tags" Target="../tags/tag131.xml"/><Relationship Id="rId6" Type="http://schemas.openxmlformats.org/officeDocument/2006/relationships/tags" Target="../tags/tag136.xml"/><Relationship Id="rId11" Type="http://schemas.openxmlformats.org/officeDocument/2006/relationships/tags" Target="../tags/tag141.xml"/><Relationship Id="rId5" Type="http://schemas.openxmlformats.org/officeDocument/2006/relationships/tags" Target="../tags/tag135.xml"/><Relationship Id="rId15" Type="http://schemas.openxmlformats.org/officeDocument/2006/relationships/tags" Target="../tags/tag145.xml"/><Relationship Id="rId10" Type="http://schemas.openxmlformats.org/officeDocument/2006/relationships/tags" Target="../tags/tag140.xml"/><Relationship Id="rId4" Type="http://schemas.openxmlformats.org/officeDocument/2006/relationships/tags" Target="../tags/tag134.xml"/><Relationship Id="rId9" Type="http://schemas.openxmlformats.org/officeDocument/2006/relationships/tags" Target="../tags/tag139.xml"/><Relationship Id="rId14" Type="http://schemas.openxmlformats.org/officeDocument/2006/relationships/tags" Target="../tags/tag14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154.xml"/><Relationship Id="rId13" Type="http://schemas.openxmlformats.org/officeDocument/2006/relationships/tags" Target="../tags/tag159.xml"/><Relationship Id="rId18" Type="http://schemas.openxmlformats.org/officeDocument/2006/relationships/image" Target="../media/image1.tmp"/><Relationship Id="rId3" Type="http://schemas.openxmlformats.org/officeDocument/2006/relationships/tags" Target="../tags/tag149.xml"/><Relationship Id="rId7" Type="http://schemas.openxmlformats.org/officeDocument/2006/relationships/tags" Target="../tags/tag153.xml"/><Relationship Id="rId12" Type="http://schemas.openxmlformats.org/officeDocument/2006/relationships/tags" Target="../tags/tag158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148.xml"/><Relationship Id="rId16" Type="http://schemas.openxmlformats.org/officeDocument/2006/relationships/tags" Target="../tags/tag162.xml"/><Relationship Id="rId1" Type="http://schemas.openxmlformats.org/officeDocument/2006/relationships/tags" Target="../tags/tag147.xml"/><Relationship Id="rId6" Type="http://schemas.openxmlformats.org/officeDocument/2006/relationships/tags" Target="../tags/tag152.xml"/><Relationship Id="rId11" Type="http://schemas.openxmlformats.org/officeDocument/2006/relationships/tags" Target="../tags/tag157.xml"/><Relationship Id="rId5" Type="http://schemas.openxmlformats.org/officeDocument/2006/relationships/tags" Target="../tags/tag151.xml"/><Relationship Id="rId15" Type="http://schemas.openxmlformats.org/officeDocument/2006/relationships/tags" Target="../tags/tag161.xml"/><Relationship Id="rId10" Type="http://schemas.openxmlformats.org/officeDocument/2006/relationships/tags" Target="../tags/tag156.xml"/><Relationship Id="rId4" Type="http://schemas.openxmlformats.org/officeDocument/2006/relationships/tags" Target="../tags/tag150.xml"/><Relationship Id="rId9" Type="http://schemas.openxmlformats.org/officeDocument/2006/relationships/tags" Target="../tags/tag155.xml"/><Relationship Id="rId14" Type="http://schemas.openxmlformats.org/officeDocument/2006/relationships/tags" Target="../tags/tag160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170.xml"/><Relationship Id="rId13" Type="http://schemas.openxmlformats.org/officeDocument/2006/relationships/tags" Target="../tags/tag175.xml"/><Relationship Id="rId18" Type="http://schemas.openxmlformats.org/officeDocument/2006/relationships/image" Target="../media/image1.tmp"/><Relationship Id="rId3" Type="http://schemas.openxmlformats.org/officeDocument/2006/relationships/tags" Target="../tags/tag165.xml"/><Relationship Id="rId7" Type="http://schemas.openxmlformats.org/officeDocument/2006/relationships/tags" Target="../tags/tag169.xml"/><Relationship Id="rId12" Type="http://schemas.openxmlformats.org/officeDocument/2006/relationships/tags" Target="../tags/tag174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164.xml"/><Relationship Id="rId16" Type="http://schemas.openxmlformats.org/officeDocument/2006/relationships/tags" Target="../tags/tag178.xml"/><Relationship Id="rId1" Type="http://schemas.openxmlformats.org/officeDocument/2006/relationships/tags" Target="../tags/tag163.xml"/><Relationship Id="rId6" Type="http://schemas.openxmlformats.org/officeDocument/2006/relationships/tags" Target="../tags/tag168.xml"/><Relationship Id="rId11" Type="http://schemas.openxmlformats.org/officeDocument/2006/relationships/tags" Target="../tags/tag173.xml"/><Relationship Id="rId5" Type="http://schemas.openxmlformats.org/officeDocument/2006/relationships/tags" Target="../tags/tag167.xml"/><Relationship Id="rId15" Type="http://schemas.openxmlformats.org/officeDocument/2006/relationships/tags" Target="../tags/tag177.xml"/><Relationship Id="rId10" Type="http://schemas.openxmlformats.org/officeDocument/2006/relationships/tags" Target="../tags/tag172.xml"/><Relationship Id="rId4" Type="http://schemas.openxmlformats.org/officeDocument/2006/relationships/tags" Target="../tags/tag166.xml"/><Relationship Id="rId9" Type="http://schemas.openxmlformats.org/officeDocument/2006/relationships/tags" Target="../tags/tag171.xml"/><Relationship Id="rId14" Type="http://schemas.openxmlformats.org/officeDocument/2006/relationships/tags" Target="../tags/tag176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186.xml"/><Relationship Id="rId13" Type="http://schemas.openxmlformats.org/officeDocument/2006/relationships/tags" Target="../tags/tag191.xml"/><Relationship Id="rId18" Type="http://schemas.openxmlformats.org/officeDocument/2006/relationships/image" Target="../media/image1.tmp"/><Relationship Id="rId3" Type="http://schemas.openxmlformats.org/officeDocument/2006/relationships/tags" Target="../tags/tag181.xml"/><Relationship Id="rId7" Type="http://schemas.openxmlformats.org/officeDocument/2006/relationships/tags" Target="../tags/tag185.xml"/><Relationship Id="rId12" Type="http://schemas.openxmlformats.org/officeDocument/2006/relationships/tags" Target="../tags/tag190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180.xml"/><Relationship Id="rId16" Type="http://schemas.openxmlformats.org/officeDocument/2006/relationships/tags" Target="../tags/tag194.xml"/><Relationship Id="rId1" Type="http://schemas.openxmlformats.org/officeDocument/2006/relationships/tags" Target="../tags/tag179.xml"/><Relationship Id="rId6" Type="http://schemas.openxmlformats.org/officeDocument/2006/relationships/tags" Target="../tags/tag184.xml"/><Relationship Id="rId11" Type="http://schemas.openxmlformats.org/officeDocument/2006/relationships/tags" Target="../tags/tag189.xml"/><Relationship Id="rId5" Type="http://schemas.openxmlformats.org/officeDocument/2006/relationships/tags" Target="../tags/tag183.xml"/><Relationship Id="rId15" Type="http://schemas.openxmlformats.org/officeDocument/2006/relationships/tags" Target="../tags/tag193.xml"/><Relationship Id="rId10" Type="http://schemas.openxmlformats.org/officeDocument/2006/relationships/tags" Target="../tags/tag188.xml"/><Relationship Id="rId4" Type="http://schemas.openxmlformats.org/officeDocument/2006/relationships/tags" Target="../tags/tag182.xml"/><Relationship Id="rId9" Type="http://schemas.openxmlformats.org/officeDocument/2006/relationships/tags" Target="../tags/tag187.xml"/><Relationship Id="rId14" Type="http://schemas.openxmlformats.org/officeDocument/2006/relationships/tags" Target="../tags/tag19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202.xml"/><Relationship Id="rId13" Type="http://schemas.openxmlformats.org/officeDocument/2006/relationships/tags" Target="../tags/tag207.xml"/><Relationship Id="rId18" Type="http://schemas.openxmlformats.org/officeDocument/2006/relationships/image" Target="../media/image1.tmp"/><Relationship Id="rId3" Type="http://schemas.openxmlformats.org/officeDocument/2006/relationships/tags" Target="../tags/tag197.xml"/><Relationship Id="rId7" Type="http://schemas.openxmlformats.org/officeDocument/2006/relationships/tags" Target="../tags/tag201.xml"/><Relationship Id="rId12" Type="http://schemas.openxmlformats.org/officeDocument/2006/relationships/tags" Target="../tags/tag206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196.xml"/><Relationship Id="rId16" Type="http://schemas.openxmlformats.org/officeDocument/2006/relationships/tags" Target="../tags/tag210.xml"/><Relationship Id="rId1" Type="http://schemas.openxmlformats.org/officeDocument/2006/relationships/tags" Target="../tags/tag195.xml"/><Relationship Id="rId6" Type="http://schemas.openxmlformats.org/officeDocument/2006/relationships/tags" Target="../tags/tag200.xml"/><Relationship Id="rId11" Type="http://schemas.openxmlformats.org/officeDocument/2006/relationships/tags" Target="../tags/tag205.xml"/><Relationship Id="rId5" Type="http://schemas.openxmlformats.org/officeDocument/2006/relationships/tags" Target="../tags/tag199.xml"/><Relationship Id="rId15" Type="http://schemas.openxmlformats.org/officeDocument/2006/relationships/tags" Target="../tags/tag209.xml"/><Relationship Id="rId10" Type="http://schemas.openxmlformats.org/officeDocument/2006/relationships/tags" Target="../tags/tag204.xml"/><Relationship Id="rId4" Type="http://schemas.openxmlformats.org/officeDocument/2006/relationships/tags" Target="../tags/tag198.xml"/><Relationship Id="rId9" Type="http://schemas.openxmlformats.org/officeDocument/2006/relationships/tags" Target="../tags/tag203.xml"/><Relationship Id="rId14" Type="http://schemas.openxmlformats.org/officeDocument/2006/relationships/tags" Target="../tags/tag208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218.xml"/><Relationship Id="rId13" Type="http://schemas.openxmlformats.org/officeDocument/2006/relationships/tags" Target="../tags/tag223.xml"/><Relationship Id="rId18" Type="http://schemas.openxmlformats.org/officeDocument/2006/relationships/image" Target="../media/image1.tmp"/><Relationship Id="rId3" Type="http://schemas.openxmlformats.org/officeDocument/2006/relationships/tags" Target="../tags/tag213.xml"/><Relationship Id="rId7" Type="http://schemas.openxmlformats.org/officeDocument/2006/relationships/tags" Target="../tags/tag217.xml"/><Relationship Id="rId12" Type="http://schemas.openxmlformats.org/officeDocument/2006/relationships/tags" Target="../tags/tag222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212.xml"/><Relationship Id="rId16" Type="http://schemas.openxmlformats.org/officeDocument/2006/relationships/tags" Target="../tags/tag226.xml"/><Relationship Id="rId1" Type="http://schemas.openxmlformats.org/officeDocument/2006/relationships/tags" Target="../tags/tag211.xml"/><Relationship Id="rId6" Type="http://schemas.openxmlformats.org/officeDocument/2006/relationships/tags" Target="../tags/tag216.xml"/><Relationship Id="rId11" Type="http://schemas.openxmlformats.org/officeDocument/2006/relationships/tags" Target="../tags/tag221.xml"/><Relationship Id="rId5" Type="http://schemas.openxmlformats.org/officeDocument/2006/relationships/tags" Target="../tags/tag215.xml"/><Relationship Id="rId15" Type="http://schemas.openxmlformats.org/officeDocument/2006/relationships/tags" Target="../tags/tag225.xml"/><Relationship Id="rId10" Type="http://schemas.openxmlformats.org/officeDocument/2006/relationships/tags" Target="../tags/tag220.xml"/><Relationship Id="rId4" Type="http://schemas.openxmlformats.org/officeDocument/2006/relationships/tags" Target="../tags/tag214.xml"/><Relationship Id="rId9" Type="http://schemas.openxmlformats.org/officeDocument/2006/relationships/tags" Target="../tags/tag219.xml"/><Relationship Id="rId14" Type="http://schemas.openxmlformats.org/officeDocument/2006/relationships/tags" Target="../tags/tag224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234.xml"/><Relationship Id="rId13" Type="http://schemas.openxmlformats.org/officeDocument/2006/relationships/tags" Target="../tags/tag239.xml"/><Relationship Id="rId18" Type="http://schemas.openxmlformats.org/officeDocument/2006/relationships/image" Target="../media/image1.tmp"/><Relationship Id="rId3" Type="http://schemas.openxmlformats.org/officeDocument/2006/relationships/tags" Target="../tags/tag229.xml"/><Relationship Id="rId7" Type="http://schemas.openxmlformats.org/officeDocument/2006/relationships/tags" Target="../tags/tag233.xml"/><Relationship Id="rId12" Type="http://schemas.openxmlformats.org/officeDocument/2006/relationships/tags" Target="../tags/tag238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228.xml"/><Relationship Id="rId16" Type="http://schemas.openxmlformats.org/officeDocument/2006/relationships/tags" Target="../tags/tag242.xml"/><Relationship Id="rId1" Type="http://schemas.openxmlformats.org/officeDocument/2006/relationships/tags" Target="../tags/tag227.xml"/><Relationship Id="rId6" Type="http://schemas.openxmlformats.org/officeDocument/2006/relationships/tags" Target="../tags/tag232.xml"/><Relationship Id="rId11" Type="http://schemas.openxmlformats.org/officeDocument/2006/relationships/tags" Target="../tags/tag237.xml"/><Relationship Id="rId5" Type="http://schemas.openxmlformats.org/officeDocument/2006/relationships/tags" Target="../tags/tag231.xml"/><Relationship Id="rId15" Type="http://schemas.openxmlformats.org/officeDocument/2006/relationships/tags" Target="../tags/tag241.xml"/><Relationship Id="rId10" Type="http://schemas.openxmlformats.org/officeDocument/2006/relationships/tags" Target="../tags/tag236.xml"/><Relationship Id="rId4" Type="http://schemas.openxmlformats.org/officeDocument/2006/relationships/tags" Target="../tags/tag230.xml"/><Relationship Id="rId9" Type="http://schemas.openxmlformats.org/officeDocument/2006/relationships/tags" Target="../tags/tag235.xml"/><Relationship Id="rId14" Type="http://schemas.openxmlformats.org/officeDocument/2006/relationships/tags" Target="../tags/tag240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250.xml"/><Relationship Id="rId13" Type="http://schemas.openxmlformats.org/officeDocument/2006/relationships/tags" Target="../tags/tag255.xml"/><Relationship Id="rId18" Type="http://schemas.openxmlformats.org/officeDocument/2006/relationships/image" Target="../media/image2.tmp"/><Relationship Id="rId3" Type="http://schemas.openxmlformats.org/officeDocument/2006/relationships/tags" Target="../tags/tag245.xml"/><Relationship Id="rId7" Type="http://schemas.openxmlformats.org/officeDocument/2006/relationships/tags" Target="../tags/tag249.xml"/><Relationship Id="rId12" Type="http://schemas.openxmlformats.org/officeDocument/2006/relationships/tags" Target="../tags/tag254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244.xml"/><Relationship Id="rId16" Type="http://schemas.openxmlformats.org/officeDocument/2006/relationships/tags" Target="../tags/tag258.xml"/><Relationship Id="rId1" Type="http://schemas.openxmlformats.org/officeDocument/2006/relationships/tags" Target="../tags/tag243.xml"/><Relationship Id="rId6" Type="http://schemas.openxmlformats.org/officeDocument/2006/relationships/tags" Target="../tags/tag248.xml"/><Relationship Id="rId11" Type="http://schemas.openxmlformats.org/officeDocument/2006/relationships/tags" Target="../tags/tag253.xml"/><Relationship Id="rId5" Type="http://schemas.openxmlformats.org/officeDocument/2006/relationships/tags" Target="../tags/tag247.xml"/><Relationship Id="rId15" Type="http://schemas.openxmlformats.org/officeDocument/2006/relationships/tags" Target="../tags/tag257.xml"/><Relationship Id="rId10" Type="http://schemas.openxmlformats.org/officeDocument/2006/relationships/tags" Target="../tags/tag252.xml"/><Relationship Id="rId4" Type="http://schemas.openxmlformats.org/officeDocument/2006/relationships/tags" Target="../tags/tag246.xml"/><Relationship Id="rId9" Type="http://schemas.openxmlformats.org/officeDocument/2006/relationships/tags" Target="../tags/tag251.xml"/><Relationship Id="rId14" Type="http://schemas.openxmlformats.org/officeDocument/2006/relationships/tags" Target="../tags/tag256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266.xml"/><Relationship Id="rId13" Type="http://schemas.openxmlformats.org/officeDocument/2006/relationships/tags" Target="../tags/tag271.xml"/><Relationship Id="rId18" Type="http://schemas.openxmlformats.org/officeDocument/2006/relationships/image" Target="../media/image2.tmp"/><Relationship Id="rId3" Type="http://schemas.openxmlformats.org/officeDocument/2006/relationships/tags" Target="../tags/tag261.xml"/><Relationship Id="rId7" Type="http://schemas.openxmlformats.org/officeDocument/2006/relationships/tags" Target="../tags/tag265.xml"/><Relationship Id="rId12" Type="http://schemas.openxmlformats.org/officeDocument/2006/relationships/tags" Target="../tags/tag270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260.xml"/><Relationship Id="rId16" Type="http://schemas.openxmlformats.org/officeDocument/2006/relationships/tags" Target="../tags/tag274.xml"/><Relationship Id="rId1" Type="http://schemas.openxmlformats.org/officeDocument/2006/relationships/tags" Target="../tags/tag259.xml"/><Relationship Id="rId6" Type="http://schemas.openxmlformats.org/officeDocument/2006/relationships/tags" Target="../tags/tag264.xml"/><Relationship Id="rId11" Type="http://schemas.openxmlformats.org/officeDocument/2006/relationships/tags" Target="../tags/tag269.xml"/><Relationship Id="rId5" Type="http://schemas.openxmlformats.org/officeDocument/2006/relationships/tags" Target="../tags/tag263.xml"/><Relationship Id="rId15" Type="http://schemas.openxmlformats.org/officeDocument/2006/relationships/tags" Target="../tags/tag273.xml"/><Relationship Id="rId10" Type="http://schemas.openxmlformats.org/officeDocument/2006/relationships/tags" Target="../tags/tag268.xml"/><Relationship Id="rId4" Type="http://schemas.openxmlformats.org/officeDocument/2006/relationships/tags" Target="../tags/tag262.xml"/><Relationship Id="rId9" Type="http://schemas.openxmlformats.org/officeDocument/2006/relationships/tags" Target="../tags/tag267.xml"/><Relationship Id="rId14" Type="http://schemas.openxmlformats.org/officeDocument/2006/relationships/tags" Target="../tags/tag27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tags" Target="../tags/tag282.xml"/><Relationship Id="rId13" Type="http://schemas.openxmlformats.org/officeDocument/2006/relationships/tags" Target="../tags/tag287.xml"/><Relationship Id="rId18" Type="http://schemas.openxmlformats.org/officeDocument/2006/relationships/image" Target="../media/image2.tmp"/><Relationship Id="rId3" Type="http://schemas.openxmlformats.org/officeDocument/2006/relationships/tags" Target="../tags/tag277.xml"/><Relationship Id="rId7" Type="http://schemas.openxmlformats.org/officeDocument/2006/relationships/tags" Target="../tags/tag281.xml"/><Relationship Id="rId12" Type="http://schemas.openxmlformats.org/officeDocument/2006/relationships/tags" Target="../tags/tag286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276.xml"/><Relationship Id="rId16" Type="http://schemas.openxmlformats.org/officeDocument/2006/relationships/tags" Target="../tags/tag290.xml"/><Relationship Id="rId1" Type="http://schemas.openxmlformats.org/officeDocument/2006/relationships/tags" Target="../tags/tag275.xml"/><Relationship Id="rId6" Type="http://schemas.openxmlformats.org/officeDocument/2006/relationships/tags" Target="../tags/tag280.xml"/><Relationship Id="rId11" Type="http://schemas.openxmlformats.org/officeDocument/2006/relationships/tags" Target="../tags/tag285.xml"/><Relationship Id="rId5" Type="http://schemas.openxmlformats.org/officeDocument/2006/relationships/tags" Target="../tags/tag279.xml"/><Relationship Id="rId15" Type="http://schemas.openxmlformats.org/officeDocument/2006/relationships/tags" Target="../tags/tag289.xml"/><Relationship Id="rId10" Type="http://schemas.openxmlformats.org/officeDocument/2006/relationships/tags" Target="../tags/tag284.xml"/><Relationship Id="rId4" Type="http://schemas.openxmlformats.org/officeDocument/2006/relationships/tags" Target="../tags/tag278.xml"/><Relationship Id="rId9" Type="http://schemas.openxmlformats.org/officeDocument/2006/relationships/tags" Target="../tags/tag283.xml"/><Relationship Id="rId14" Type="http://schemas.openxmlformats.org/officeDocument/2006/relationships/tags" Target="../tags/tag288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298.xml"/><Relationship Id="rId13" Type="http://schemas.openxmlformats.org/officeDocument/2006/relationships/tags" Target="../tags/tag303.xml"/><Relationship Id="rId18" Type="http://schemas.openxmlformats.org/officeDocument/2006/relationships/image" Target="../media/image2.tmp"/><Relationship Id="rId3" Type="http://schemas.openxmlformats.org/officeDocument/2006/relationships/tags" Target="../tags/tag293.xml"/><Relationship Id="rId7" Type="http://schemas.openxmlformats.org/officeDocument/2006/relationships/tags" Target="../tags/tag297.xml"/><Relationship Id="rId12" Type="http://schemas.openxmlformats.org/officeDocument/2006/relationships/tags" Target="../tags/tag302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292.xml"/><Relationship Id="rId16" Type="http://schemas.openxmlformats.org/officeDocument/2006/relationships/tags" Target="../tags/tag306.xml"/><Relationship Id="rId1" Type="http://schemas.openxmlformats.org/officeDocument/2006/relationships/tags" Target="../tags/tag291.xml"/><Relationship Id="rId6" Type="http://schemas.openxmlformats.org/officeDocument/2006/relationships/tags" Target="../tags/tag296.xml"/><Relationship Id="rId11" Type="http://schemas.openxmlformats.org/officeDocument/2006/relationships/tags" Target="../tags/tag301.xml"/><Relationship Id="rId5" Type="http://schemas.openxmlformats.org/officeDocument/2006/relationships/tags" Target="../tags/tag295.xml"/><Relationship Id="rId15" Type="http://schemas.openxmlformats.org/officeDocument/2006/relationships/tags" Target="../tags/tag305.xml"/><Relationship Id="rId10" Type="http://schemas.openxmlformats.org/officeDocument/2006/relationships/tags" Target="../tags/tag300.xml"/><Relationship Id="rId4" Type="http://schemas.openxmlformats.org/officeDocument/2006/relationships/tags" Target="../tags/tag294.xml"/><Relationship Id="rId9" Type="http://schemas.openxmlformats.org/officeDocument/2006/relationships/tags" Target="../tags/tag299.xml"/><Relationship Id="rId14" Type="http://schemas.openxmlformats.org/officeDocument/2006/relationships/tags" Target="../tags/tag304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tags" Target="../tags/tag314.xml"/><Relationship Id="rId13" Type="http://schemas.openxmlformats.org/officeDocument/2006/relationships/tags" Target="../tags/tag319.xml"/><Relationship Id="rId18" Type="http://schemas.openxmlformats.org/officeDocument/2006/relationships/image" Target="../media/image2.tmp"/><Relationship Id="rId3" Type="http://schemas.openxmlformats.org/officeDocument/2006/relationships/tags" Target="../tags/tag309.xml"/><Relationship Id="rId7" Type="http://schemas.openxmlformats.org/officeDocument/2006/relationships/tags" Target="../tags/tag313.xml"/><Relationship Id="rId12" Type="http://schemas.openxmlformats.org/officeDocument/2006/relationships/tags" Target="../tags/tag318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308.xml"/><Relationship Id="rId16" Type="http://schemas.openxmlformats.org/officeDocument/2006/relationships/tags" Target="../tags/tag322.xml"/><Relationship Id="rId1" Type="http://schemas.openxmlformats.org/officeDocument/2006/relationships/tags" Target="../tags/tag307.xml"/><Relationship Id="rId6" Type="http://schemas.openxmlformats.org/officeDocument/2006/relationships/tags" Target="../tags/tag312.xml"/><Relationship Id="rId11" Type="http://schemas.openxmlformats.org/officeDocument/2006/relationships/tags" Target="../tags/tag317.xml"/><Relationship Id="rId5" Type="http://schemas.openxmlformats.org/officeDocument/2006/relationships/tags" Target="../tags/tag311.xml"/><Relationship Id="rId15" Type="http://schemas.openxmlformats.org/officeDocument/2006/relationships/tags" Target="../tags/tag321.xml"/><Relationship Id="rId10" Type="http://schemas.openxmlformats.org/officeDocument/2006/relationships/tags" Target="../tags/tag316.xml"/><Relationship Id="rId4" Type="http://schemas.openxmlformats.org/officeDocument/2006/relationships/tags" Target="../tags/tag310.xml"/><Relationship Id="rId9" Type="http://schemas.openxmlformats.org/officeDocument/2006/relationships/tags" Target="../tags/tag315.xml"/><Relationship Id="rId14" Type="http://schemas.openxmlformats.org/officeDocument/2006/relationships/tags" Target="../tags/tag320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tags" Target="../tags/tag330.xml"/><Relationship Id="rId13" Type="http://schemas.openxmlformats.org/officeDocument/2006/relationships/tags" Target="../tags/tag335.xml"/><Relationship Id="rId18" Type="http://schemas.openxmlformats.org/officeDocument/2006/relationships/image" Target="../media/image2.tmp"/><Relationship Id="rId3" Type="http://schemas.openxmlformats.org/officeDocument/2006/relationships/tags" Target="../tags/tag325.xml"/><Relationship Id="rId7" Type="http://schemas.openxmlformats.org/officeDocument/2006/relationships/tags" Target="../tags/tag329.xml"/><Relationship Id="rId12" Type="http://schemas.openxmlformats.org/officeDocument/2006/relationships/tags" Target="../tags/tag334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324.xml"/><Relationship Id="rId16" Type="http://schemas.openxmlformats.org/officeDocument/2006/relationships/tags" Target="../tags/tag338.xml"/><Relationship Id="rId1" Type="http://schemas.openxmlformats.org/officeDocument/2006/relationships/tags" Target="../tags/tag323.xml"/><Relationship Id="rId6" Type="http://schemas.openxmlformats.org/officeDocument/2006/relationships/tags" Target="../tags/tag328.xml"/><Relationship Id="rId11" Type="http://schemas.openxmlformats.org/officeDocument/2006/relationships/tags" Target="../tags/tag333.xml"/><Relationship Id="rId5" Type="http://schemas.openxmlformats.org/officeDocument/2006/relationships/tags" Target="../tags/tag327.xml"/><Relationship Id="rId15" Type="http://schemas.openxmlformats.org/officeDocument/2006/relationships/tags" Target="../tags/tag337.xml"/><Relationship Id="rId10" Type="http://schemas.openxmlformats.org/officeDocument/2006/relationships/tags" Target="../tags/tag332.xml"/><Relationship Id="rId4" Type="http://schemas.openxmlformats.org/officeDocument/2006/relationships/tags" Target="../tags/tag326.xml"/><Relationship Id="rId9" Type="http://schemas.openxmlformats.org/officeDocument/2006/relationships/tags" Target="../tags/tag331.xml"/><Relationship Id="rId14" Type="http://schemas.openxmlformats.org/officeDocument/2006/relationships/tags" Target="../tags/tag336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tags" Target="../tags/tag346.xml"/><Relationship Id="rId13" Type="http://schemas.openxmlformats.org/officeDocument/2006/relationships/tags" Target="../tags/tag351.xml"/><Relationship Id="rId18" Type="http://schemas.openxmlformats.org/officeDocument/2006/relationships/image" Target="../media/image2.tmp"/><Relationship Id="rId3" Type="http://schemas.openxmlformats.org/officeDocument/2006/relationships/tags" Target="../tags/tag341.xml"/><Relationship Id="rId7" Type="http://schemas.openxmlformats.org/officeDocument/2006/relationships/tags" Target="../tags/tag345.xml"/><Relationship Id="rId12" Type="http://schemas.openxmlformats.org/officeDocument/2006/relationships/tags" Target="../tags/tag350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340.xml"/><Relationship Id="rId16" Type="http://schemas.openxmlformats.org/officeDocument/2006/relationships/tags" Target="../tags/tag354.xml"/><Relationship Id="rId1" Type="http://schemas.openxmlformats.org/officeDocument/2006/relationships/tags" Target="../tags/tag339.xml"/><Relationship Id="rId6" Type="http://schemas.openxmlformats.org/officeDocument/2006/relationships/tags" Target="../tags/tag344.xml"/><Relationship Id="rId11" Type="http://schemas.openxmlformats.org/officeDocument/2006/relationships/tags" Target="../tags/tag349.xml"/><Relationship Id="rId5" Type="http://schemas.openxmlformats.org/officeDocument/2006/relationships/tags" Target="../tags/tag343.xml"/><Relationship Id="rId15" Type="http://schemas.openxmlformats.org/officeDocument/2006/relationships/tags" Target="../tags/tag353.xml"/><Relationship Id="rId10" Type="http://schemas.openxmlformats.org/officeDocument/2006/relationships/tags" Target="../tags/tag348.xml"/><Relationship Id="rId4" Type="http://schemas.openxmlformats.org/officeDocument/2006/relationships/tags" Target="../tags/tag342.xml"/><Relationship Id="rId9" Type="http://schemas.openxmlformats.org/officeDocument/2006/relationships/tags" Target="../tags/tag347.xml"/><Relationship Id="rId14" Type="http://schemas.openxmlformats.org/officeDocument/2006/relationships/tags" Target="../tags/tag35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tags" Target="../tags/tag362.xml"/><Relationship Id="rId13" Type="http://schemas.openxmlformats.org/officeDocument/2006/relationships/tags" Target="../tags/tag367.xml"/><Relationship Id="rId18" Type="http://schemas.openxmlformats.org/officeDocument/2006/relationships/image" Target="../media/image2.tmp"/><Relationship Id="rId3" Type="http://schemas.openxmlformats.org/officeDocument/2006/relationships/tags" Target="../tags/tag357.xml"/><Relationship Id="rId7" Type="http://schemas.openxmlformats.org/officeDocument/2006/relationships/tags" Target="../tags/tag361.xml"/><Relationship Id="rId12" Type="http://schemas.openxmlformats.org/officeDocument/2006/relationships/tags" Target="../tags/tag366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356.xml"/><Relationship Id="rId16" Type="http://schemas.openxmlformats.org/officeDocument/2006/relationships/tags" Target="../tags/tag370.xml"/><Relationship Id="rId1" Type="http://schemas.openxmlformats.org/officeDocument/2006/relationships/tags" Target="../tags/tag355.xml"/><Relationship Id="rId6" Type="http://schemas.openxmlformats.org/officeDocument/2006/relationships/tags" Target="../tags/tag360.xml"/><Relationship Id="rId11" Type="http://schemas.openxmlformats.org/officeDocument/2006/relationships/tags" Target="../tags/tag365.xml"/><Relationship Id="rId5" Type="http://schemas.openxmlformats.org/officeDocument/2006/relationships/tags" Target="../tags/tag359.xml"/><Relationship Id="rId15" Type="http://schemas.openxmlformats.org/officeDocument/2006/relationships/tags" Target="../tags/tag369.xml"/><Relationship Id="rId10" Type="http://schemas.openxmlformats.org/officeDocument/2006/relationships/tags" Target="../tags/tag364.xml"/><Relationship Id="rId4" Type="http://schemas.openxmlformats.org/officeDocument/2006/relationships/tags" Target="../tags/tag358.xml"/><Relationship Id="rId9" Type="http://schemas.openxmlformats.org/officeDocument/2006/relationships/tags" Target="../tags/tag363.xml"/><Relationship Id="rId14" Type="http://schemas.openxmlformats.org/officeDocument/2006/relationships/tags" Target="../tags/tag368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tags" Target="../tags/tag378.xml"/><Relationship Id="rId13" Type="http://schemas.openxmlformats.org/officeDocument/2006/relationships/tags" Target="../tags/tag383.xml"/><Relationship Id="rId18" Type="http://schemas.openxmlformats.org/officeDocument/2006/relationships/image" Target="../media/image2.tmp"/><Relationship Id="rId3" Type="http://schemas.openxmlformats.org/officeDocument/2006/relationships/tags" Target="../tags/tag373.xml"/><Relationship Id="rId7" Type="http://schemas.openxmlformats.org/officeDocument/2006/relationships/tags" Target="../tags/tag377.xml"/><Relationship Id="rId12" Type="http://schemas.openxmlformats.org/officeDocument/2006/relationships/tags" Target="../tags/tag382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372.xml"/><Relationship Id="rId16" Type="http://schemas.openxmlformats.org/officeDocument/2006/relationships/tags" Target="../tags/tag386.xml"/><Relationship Id="rId1" Type="http://schemas.openxmlformats.org/officeDocument/2006/relationships/tags" Target="../tags/tag371.xml"/><Relationship Id="rId6" Type="http://schemas.openxmlformats.org/officeDocument/2006/relationships/tags" Target="../tags/tag376.xml"/><Relationship Id="rId11" Type="http://schemas.openxmlformats.org/officeDocument/2006/relationships/tags" Target="../tags/tag381.xml"/><Relationship Id="rId5" Type="http://schemas.openxmlformats.org/officeDocument/2006/relationships/tags" Target="../tags/tag375.xml"/><Relationship Id="rId15" Type="http://schemas.openxmlformats.org/officeDocument/2006/relationships/tags" Target="../tags/tag385.xml"/><Relationship Id="rId10" Type="http://schemas.openxmlformats.org/officeDocument/2006/relationships/tags" Target="../tags/tag380.xml"/><Relationship Id="rId4" Type="http://schemas.openxmlformats.org/officeDocument/2006/relationships/tags" Target="../tags/tag374.xml"/><Relationship Id="rId9" Type="http://schemas.openxmlformats.org/officeDocument/2006/relationships/tags" Target="../tags/tag379.xml"/><Relationship Id="rId14" Type="http://schemas.openxmlformats.org/officeDocument/2006/relationships/tags" Target="../tags/tag384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tags" Target="../tags/tag394.xml"/><Relationship Id="rId13" Type="http://schemas.openxmlformats.org/officeDocument/2006/relationships/tags" Target="../tags/tag399.xml"/><Relationship Id="rId18" Type="http://schemas.openxmlformats.org/officeDocument/2006/relationships/image" Target="../media/image2.tmp"/><Relationship Id="rId3" Type="http://schemas.openxmlformats.org/officeDocument/2006/relationships/tags" Target="../tags/tag389.xml"/><Relationship Id="rId7" Type="http://schemas.openxmlformats.org/officeDocument/2006/relationships/tags" Target="../tags/tag393.xml"/><Relationship Id="rId12" Type="http://schemas.openxmlformats.org/officeDocument/2006/relationships/tags" Target="../tags/tag398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388.xml"/><Relationship Id="rId16" Type="http://schemas.openxmlformats.org/officeDocument/2006/relationships/tags" Target="../tags/tag402.xml"/><Relationship Id="rId1" Type="http://schemas.openxmlformats.org/officeDocument/2006/relationships/tags" Target="../tags/tag387.xml"/><Relationship Id="rId6" Type="http://schemas.openxmlformats.org/officeDocument/2006/relationships/tags" Target="../tags/tag392.xml"/><Relationship Id="rId11" Type="http://schemas.openxmlformats.org/officeDocument/2006/relationships/tags" Target="../tags/tag397.xml"/><Relationship Id="rId5" Type="http://schemas.openxmlformats.org/officeDocument/2006/relationships/tags" Target="../tags/tag391.xml"/><Relationship Id="rId15" Type="http://schemas.openxmlformats.org/officeDocument/2006/relationships/tags" Target="../tags/tag401.xml"/><Relationship Id="rId10" Type="http://schemas.openxmlformats.org/officeDocument/2006/relationships/tags" Target="../tags/tag396.xml"/><Relationship Id="rId4" Type="http://schemas.openxmlformats.org/officeDocument/2006/relationships/tags" Target="../tags/tag390.xml"/><Relationship Id="rId9" Type="http://schemas.openxmlformats.org/officeDocument/2006/relationships/tags" Target="../tags/tag395.xml"/><Relationship Id="rId14" Type="http://schemas.openxmlformats.org/officeDocument/2006/relationships/tags" Target="../tags/tag400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tags" Target="../tags/tag410.xml"/><Relationship Id="rId13" Type="http://schemas.openxmlformats.org/officeDocument/2006/relationships/tags" Target="../tags/tag415.xml"/><Relationship Id="rId18" Type="http://schemas.openxmlformats.org/officeDocument/2006/relationships/image" Target="../media/image2.tmp"/><Relationship Id="rId3" Type="http://schemas.openxmlformats.org/officeDocument/2006/relationships/tags" Target="../tags/tag405.xml"/><Relationship Id="rId7" Type="http://schemas.openxmlformats.org/officeDocument/2006/relationships/tags" Target="../tags/tag409.xml"/><Relationship Id="rId12" Type="http://schemas.openxmlformats.org/officeDocument/2006/relationships/tags" Target="../tags/tag414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404.xml"/><Relationship Id="rId16" Type="http://schemas.openxmlformats.org/officeDocument/2006/relationships/tags" Target="../tags/tag418.xml"/><Relationship Id="rId1" Type="http://schemas.openxmlformats.org/officeDocument/2006/relationships/tags" Target="../tags/tag403.xml"/><Relationship Id="rId6" Type="http://schemas.openxmlformats.org/officeDocument/2006/relationships/tags" Target="../tags/tag408.xml"/><Relationship Id="rId11" Type="http://schemas.openxmlformats.org/officeDocument/2006/relationships/tags" Target="../tags/tag413.xml"/><Relationship Id="rId5" Type="http://schemas.openxmlformats.org/officeDocument/2006/relationships/tags" Target="../tags/tag407.xml"/><Relationship Id="rId15" Type="http://schemas.openxmlformats.org/officeDocument/2006/relationships/tags" Target="../tags/tag417.xml"/><Relationship Id="rId10" Type="http://schemas.openxmlformats.org/officeDocument/2006/relationships/tags" Target="../tags/tag412.xml"/><Relationship Id="rId4" Type="http://schemas.openxmlformats.org/officeDocument/2006/relationships/tags" Target="../tags/tag406.xml"/><Relationship Id="rId9" Type="http://schemas.openxmlformats.org/officeDocument/2006/relationships/tags" Target="../tags/tag411.xml"/><Relationship Id="rId14" Type="http://schemas.openxmlformats.org/officeDocument/2006/relationships/tags" Target="../tags/tag416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tags" Target="../tags/tag426.xml"/><Relationship Id="rId13" Type="http://schemas.openxmlformats.org/officeDocument/2006/relationships/tags" Target="../tags/tag431.xml"/><Relationship Id="rId18" Type="http://schemas.openxmlformats.org/officeDocument/2006/relationships/image" Target="../media/image2.tmp"/><Relationship Id="rId3" Type="http://schemas.openxmlformats.org/officeDocument/2006/relationships/tags" Target="../tags/tag421.xml"/><Relationship Id="rId7" Type="http://schemas.openxmlformats.org/officeDocument/2006/relationships/tags" Target="../tags/tag425.xml"/><Relationship Id="rId12" Type="http://schemas.openxmlformats.org/officeDocument/2006/relationships/tags" Target="../tags/tag430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420.xml"/><Relationship Id="rId16" Type="http://schemas.openxmlformats.org/officeDocument/2006/relationships/tags" Target="../tags/tag434.xml"/><Relationship Id="rId1" Type="http://schemas.openxmlformats.org/officeDocument/2006/relationships/tags" Target="../tags/tag419.xml"/><Relationship Id="rId6" Type="http://schemas.openxmlformats.org/officeDocument/2006/relationships/tags" Target="../tags/tag424.xml"/><Relationship Id="rId11" Type="http://schemas.openxmlformats.org/officeDocument/2006/relationships/tags" Target="../tags/tag429.xml"/><Relationship Id="rId5" Type="http://schemas.openxmlformats.org/officeDocument/2006/relationships/tags" Target="../tags/tag423.xml"/><Relationship Id="rId15" Type="http://schemas.openxmlformats.org/officeDocument/2006/relationships/tags" Target="../tags/tag433.xml"/><Relationship Id="rId10" Type="http://schemas.openxmlformats.org/officeDocument/2006/relationships/tags" Target="../tags/tag428.xml"/><Relationship Id="rId4" Type="http://schemas.openxmlformats.org/officeDocument/2006/relationships/tags" Target="../tags/tag422.xml"/><Relationship Id="rId9" Type="http://schemas.openxmlformats.org/officeDocument/2006/relationships/tags" Target="../tags/tag427.xml"/><Relationship Id="rId14" Type="http://schemas.openxmlformats.org/officeDocument/2006/relationships/tags" Target="../tags/tag43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tags" Target="../tags/tag442.xml"/><Relationship Id="rId13" Type="http://schemas.openxmlformats.org/officeDocument/2006/relationships/tags" Target="../tags/tag447.xml"/><Relationship Id="rId18" Type="http://schemas.openxmlformats.org/officeDocument/2006/relationships/image" Target="../media/image2.tmp"/><Relationship Id="rId3" Type="http://schemas.openxmlformats.org/officeDocument/2006/relationships/tags" Target="../tags/tag437.xml"/><Relationship Id="rId7" Type="http://schemas.openxmlformats.org/officeDocument/2006/relationships/tags" Target="../tags/tag441.xml"/><Relationship Id="rId12" Type="http://schemas.openxmlformats.org/officeDocument/2006/relationships/tags" Target="../tags/tag446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436.xml"/><Relationship Id="rId16" Type="http://schemas.openxmlformats.org/officeDocument/2006/relationships/tags" Target="../tags/tag450.xml"/><Relationship Id="rId1" Type="http://schemas.openxmlformats.org/officeDocument/2006/relationships/tags" Target="../tags/tag435.xml"/><Relationship Id="rId6" Type="http://schemas.openxmlformats.org/officeDocument/2006/relationships/tags" Target="../tags/tag440.xml"/><Relationship Id="rId11" Type="http://schemas.openxmlformats.org/officeDocument/2006/relationships/tags" Target="../tags/tag445.xml"/><Relationship Id="rId5" Type="http://schemas.openxmlformats.org/officeDocument/2006/relationships/tags" Target="../tags/tag439.xml"/><Relationship Id="rId15" Type="http://schemas.openxmlformats.org/officeDocument/2006/relationships/tags" Target="../tags/tag449.xml"/><Relationship Id="rId10" Type="http://schemas.openxmlformats.org/officeDocument/2006/relationships/tags" Target="../tags/tag444.xml"/><Relationship Id="rId4" Type="http://schemas.openxmlformats.org/officeDocument/2006/relationships/tags" Target="../tags/tag438.xml"/><Relationship Id="rId9" Type="http://schemas.openxmlformats.org/officeDocument/2006/relationships/tags" Target="../tags/tag443.xml"/><Relationship Id="rId14" Type="http://schemas.openxmlformats.org/officeDocument/2006/relationships/tags" Target="../tags/tag448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tags" Target="../tags/tag458.xml"/><Relationship Id="rId13" Type="http://schemas.openxmlformats.org/officeDocument/2006/relationships/tags" Target="../tags/tag463.xml"/><Relationship Id="rId18" Type="http://schemas.openxmlformats.org/officeDocument/2006/relationships/image" Target="../media/image2.tmp"/><Relationship Id="rId3" Type="http://schemas.openxmlformats.org/officeDocument/2006/relationships/tags" Target="../tags/tag453.xml"/><Relationship Id="rId7" Type="http://schemas.openxmlformats.org/officeDocument/2006/relationships/tags" Target="../tags/tag457.xml"/><Relationship Id="rId12" Type="http://schemas.openxmlformats.org/officeDocument/2006/relationships/tags" Target="../tags/tag462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452.xml"/><Relationship Id="rId16" Type="http://schemas.openxmlformats.org/officeDocument/2006/relationships/tags" Target="../tags/tag466.xml"/><Relationship Id="rId1" Type="http://schemas.openxmlformats.org/officeDocument/2006/relationships/tags" Target="../tags/tag451.xml"/><Relationship Id="rId6" Type="http://schemas.openxmlformats.org/officeDocument/2006/relationships/tags" Target="../tags/tag456.xml"/><Relationship Id="rId11" Type="http://schemas.openxmlformats.org/officeDocument/2006/relationships/tags" Target="../tags/tag461.xml"/><Relationship Id="rId5" Type="http://schemas.openxmlformats.org/officeDocument/2006/relationships/tags" Target="../tags/tag455.xml"/><Relationship Id="rId15" Type="http://schemas.openxmlformats.org/officeDocument/2006/relationships/tags" Target="../tags/tag465.xml"/><Relationship Id="rId10" Type="http://schemas.openxmlformats.org/officeDocument/2006/relationships/tags" Target="../tags/tag460.xml"/><Relationship Id="rId4" Type="http://schemas.openxmlformats.org/officeDocument/2006/relationships/tags" Target="../tags/tag454.xml"/><Relationship Id="rId9" Type="http://schemas.openxmlformats.org/officeDocument/2006/relationships/tags" Target="../tags/tag459.xml"/><Relationship Id="rId14" Type="http://schemas.openxmlformats.org/officeDocument/2006/relationships/tags" Target="../tags/tag464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tags" Target="../tags/tag474.xml"/><Relationship Id="rId13" Type="http://schemas.openxmlformats.org/officeDocument/2006/relationships/tags" Target="../tags/tag479.xml"/><Relationship Id="rId18" Type="http://schemas.openxmlformats.org/officeDocument/2006/relationships/notesSlide" Target="../notesSlides/notesSlide1.xml"/><Relationship Id="rId3" Type="http://schemas.openxmlformats.org/officeDocument/2006/relationships/tags" Target="../tags/tag469.xml"/><Relationship Id="rId7" Type="http://schemas.openxmlformats.org/officeDocument/2006/relationships/tags" Target="../tags/tag473.xml"/><Relationship Id="rId12" Type="http://schemas.openxmlformats.org/officeDocument/2006/relationships/tags" Target="../tags/tag478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468.xml"/><Relationship Id="rId16" Type="http://schemas.openxmlformats.org/officeDocument/2006/relationships/tags" Target="../tags/tag482.xml"/><Relationship Id="rId1" Type="http://schemas.openxmlformats.org/officeDocument/2006/relationships/tags" Target="../tags/tag467.xml"/><Relationship Id="rId6" Type="http://schemas.openxmlformats.org/officeDocument/2006/relationships/tags" Target="../tags/tag472.xml"/><Relationship Id="rId11" Type="http://schemas.openxmlformats.org/officeDocument/2006/relationships/tags" Target="../tags/tag477.xml"/><Relationship Id="rId5" Type="http://schemas.openxmlformats.org/officeDocument/2006/relationships/tags" Target="../tags/tag471.xml"/><Relationship Id="rId15" Type="http://schemas.openxmlformats.org/officeDocument/2006/relationships/tags" Target="../tags/tag481.xml"/><Relationship Id="rId10" Type="http://schemas.openxmlformats.org/officeDocument/2006/relationships/tags" Target="../tags/tag476.xml"/><Relationship Id="rId19" Type="http://schemas.openxmlformats.org/officeDocument/2006/relationships/image" Target="../media/image2.tmp"/><Relationship Id="rId4" Type="http://schemas.openxmlformats.org/officeDocument/2006/relationships/tags" Target="../tags/tag470.xml"/><Relationship Id="rId9" Type="http://schemas.openxmlformats.org/officeDocument/2006/relationships/tags" Target="../tags/tag475.xml"/><Relationship Id="rId14" Type="http://schemas.openxmlformats.org/officeDocument/2006/relationships/tags" Target="../tags/tag48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1CFC4D-71FE-41CC-B020-782BCCEFC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B2U2 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词汇练习题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A2F5F48-4CF5-47E4-B187-97416E45B699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841500" y="5842000"/>
            <a:ext cx="2032000" cy="5080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 anchorCtr="1">
            <a:noAutofit/>
          </a:bodyPr>
          <a:lstStyle/>
          <a:p>
            <a:r>
              <a:rPr lang="zh-CN" altLang="en-US" sz="2000" b="1">
                <a:solidFill>
                  <a:srgbClr val="000000"/>
                </a:solidFill>
              </a:rPr>
              <a:t>总分</a:t>
            </a:r>
            <a:r>
              <a:rPr lang="en-US" altLang="zh-CN" sz="2000" b="1">
                <a:solidFill>
                  <a:srgbClr val="000000"/>
                </a:solidFill>
              </a:rPr>
              <a:t>: 30</a:t>
            </a:r>
            <a:endParaRPr lang="zh-CN" altLang="en-US" sz="2000" b="1" dirty="0">
              <a:solidFill>
                <a:srgbClr val="00000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EEF71EA-56B9-40A5-B5DC-4E0DA13EB736}"/>
              </a:ext>
            </a:extLst>
          </p:cNvPr>
          <p:cNvSpPr txBox="1"/>
          <p:nvPr/>
        </p:nvSpPr>
        <p:spPr>
          <a:xfrm>
            <a:off x="127000" y="7874000"/>
            <a:ext cx="5461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</a:ln>
        </p:spPr>
        <p:txBody>
          <a:bodyPr vert="horz" wrap="square" rtlCol="0" anchor="ctr">
            <a:noAutofit/>
          </a:bodyPr>
          <a:lstStyle/>
          <a:p>
            <a:r>
              <a:rPr lang="zh-CN" altLang="en-US" sz="2000">
                <a:solidFill>
                  <a:srgbClr val="FF0000"/>
                </a:solidFill>
              </a:rPr>
              <a:t>*此封面页请勿删除，删除后将无法上传至试卷库，添加菜单栏任意题型即可制作试卷。本提示将在上传时自动隐藏。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41594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B63B93BD-ACA0-1F21-2473-F07C14EF1AB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329361" y="603945"/>
            <a:ext cx="5250070" cy="3293209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pPr marL="0" marR="0" lvl="0" indent="0" algn="just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1. After receiving multiple reports from residents, the police immediately launched an investigation into the ______ that occurred in the quiet neighborhood last night, during which valuable items were stolen from three houses.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A8B7774-95A2-C478-ADC9-C26722A01B2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4089178"/>
            <a:ext cx="1581912" cy="492443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pPr marL="0" marR="0" lvl="0" indent="0" algn="l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burglary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06981A4E-27A2-6389-0A50-A174453E9589}"/>
              </a:ext>
            </a:extLst>
          </p:cNvPr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539496" y="4061079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marL="0" marR="0" lvl="0" indent="0" algn="ctr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A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BFB5048-2BEC-D376-5477-787417962591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43000" y="5234559"/>
            <a:ext cx="1289812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pPr marL="0" marR="0" lvl="0" indent="0" algn="l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charity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3C2FBFEC-402E-0CC0-A5E4-3EB583144930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496" y="5204079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marL="0" marR="0" lvl="0" indent="0" algn="ctr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B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37B4FF3-30F8-24A4-B2D9-A8DC17E7BDB8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143000" y="6377559"/>
            <a:ext cx="1260793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pPr marL="0" marR="0" lvl="0" indent="0" algn="l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victory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458FAC01-54C9-1657-7975-73B97E4B5117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6347079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marL="0" marR="0" lvl="0" indent="0" algn="ctr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C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DE5833D-17FE-9609-30BC-D8B5E6B5D3E6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1143000" y="7520559"/>
            <a:ext cx="1479931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pPr marL="0" marR="0" lvl="0" indent="0" algn="l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failure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A7D83DB2-2BE4-8ACC-ED59-60D1AFABE6C8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7490079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marL="0" marR="0" lvl="0" indent="0" algn="ctr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D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7E081FA5-15AD-D93C-AB25-A858994D2DBA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5" name="TitleBackground">
              <a:extLst>
                <a:ext uri="{FF2B5EF4-FFF2-40B4-BE49-F238E27FC236}">
                  <a16:creationId xmlns:a16="http://schemas.microsoft.com/office/drawing/2014/main" id="{A39DE383-147E-34CD-2AC8-5A87B212774C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7132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4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" name="ColorBlock">
              <a:extLst>
                <a:ext uri="{FF2B5EF4-FFF2-40B4-BE49-F238E27FC236}">
                  <a16:creationId xmlns:a16="http://schemas.microsoft.com/office/drawing/2014/main" id="{CEBD9499-9C77-7A0C-EB47-FE15597DC0A3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7132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4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" name="TypeText">
              <a:extLst>
                <a:ext uri="{FF2B5EF4-FFF2-40B4-BE49-F238E27FC236}">
                  <a16:creationId xmlns:a16="http://schemas.microsoft.com/office/drawing/2014/main" id="{5B7933A6-1CC7-3D8A-377E-36DB7FD8555E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 marL="0" marR="0" lvl="0" indent="0" algn="l" defTabSz="7132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8" name="TipText">
              <a:extLst>
                <a:ext uri="{FF2B5EF4-FFF2-40B4-BE49-F238E27FC236}">
                  <a16:creationId xmlns:a16="http://schemas.microsoft.com/office/drawing/2014/main" id="{AB365F73-A732-9C3B-7551-D9127E42A225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 marL="0" marR="0" lvl="0" indent="0" algn="l" defTabSz="7132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  <a:sym typeface="Microsoft Yahei" panose="020B0503020204020204" pitchFamily="34" charset="-122"/>
                </a:rPr>
                <a:t>1</a:t>
              </a:r>
              <a:r>
                <a: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17B09002-AF59-3093-4204-848BF721D3B2}"/>
              </a:ext>
            </a:extLst>
          </p:cNvPr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10279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216A80D8-A844-4182-220D-57F2C338726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337931" y="617200"/>
            <a:ext cx="4959626" cy="28931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pPr marL="0" marR="0" lvl="0" indent="0" algn="just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2. As they walked through the grand halls and admired the golden carvings on the walls, the tourists were amazed by the ______ of the ancient palace and its detailed decorations.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8CB53B8-3972-1ADB-B0AC-B9E8848E42FF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897154"/>
            <a:ext cx="2395330" cy="492443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pPr marL="0" marR="0" lvl="0" indent="0" algn="l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magnificence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04751167-C9C3-534A-91FD-E1493EDDE2B5}"/>
              </a:ext>
            </a:extLst>
          </p:cNvPr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marL="0" marR="0" lvl="0" indent="0" algn="ctr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A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AC1C0E4-4AE8-366B-7E9B-42286300644F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43000" y="5040154"/>
            <a:ext cx="2027583" cy="492443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pPr marL="0" marR="0" lvl="0" indent="0" algn="l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weakness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120C0FC1-C7D5-0524-65E2-CC424ADC5A13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marL="0" marR="0" lvl="0" indent="0" algn="ctr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B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CD652ED-7FEC-9EAF-0E23-45AC7CAABD09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143000" y="6183154"/>
            <a:ext cx="1600200" cy="492443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pPr marL="0" marR="0" lvl="0" indent="0" algn="l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kindness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16C8B7E4-D421-4E46-64F3-04678ADE56D5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marL="0" marR="0" lvl="0" indent="0" algn="ctr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C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D9E83B0-EB61-076E-83DD-E5EC38AB4A23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1143000" y="7326154"/>
            <a:ext cx="2216426" cy="492443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pPr marL="0" marR="0" lvl="0" indent="0" algn="l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dependence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66FCBA4E-1C0E-E60A-F32C-139FF0EF4E9B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marL="0" marR="0" lvl="0" indent="0" algn="ctr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D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077C8E83-432D-0059-0350-614C792DF804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4" name="TitleBackground">
              <a:extLst>
                <a:ext uri="{FF2B5EF4-FFF2-40B4-BE49-F238E27FC236}">
                  <a16:creationId xmlns:a16="http://schemas.microsoft.com/office/drawing/2014/main" id="{81EE8692-DF3B-0487-FC56-65F990AB6962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7132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4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" name="ColorBlock">
              <a:extLst>
                <a:ext uri="{FF2B5EF4-FFF2-40B4-BE49-F238E27FC236}">
                  <a16:creationId xmlns:a16="http://schemas.microsoft.com/office/drawing/2014/main" id="{11DF7247-E8BF-A4AE-4365-8627C95F0D55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7132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4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" name="TypeText">
              <a:extLst>
                <a:ext uri="{FF2B5EF4-FFF2-40B4-BE49-F238E27FC236}">
                  <a16:creationId xmlns:a16="http://schemas.microsoft.com/office/drawing/2014/main" id="{55ADF83E-4191-C30C-26A3-E47A77E6D406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 marL="0" marR="0" lvl="0" indent="0" algn="l" defTabSz="7132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7" name="TipText">
              <a:extLst>
                <a:ext uri="{FF2B5EF4-FFF2-40B4-BE49-F238E27FC236}">
                  <a16:creationId xmlns:a16="http://schemas.microsoft.com/office/drawing/2014/main" id="{2C6AE47B-E5A6-3652-AF1D-0AE7695BB40D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 marL="0" marR="0" lvl="0" indent="0" algn="l" defTabSz="7132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  <a:sym typeface="Microsoft Yahei" panose="020B0503020204020204" pitchFamily="34" charset="-122"/>
                </a:rPr>
                <a:t>1</a:t>
              </a:r>
              <a:r>
                <a: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4C9143E5-03C9-2513-1083-2413A29B2C8B}"/>
              </a:ext>
            </a:extLst>
          </p:cNvPr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95833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63A3019B-D889-CB63-DE07-2035D274E54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39496" y="829003"/>
            <a:ext cx="4716117" cy="249299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pPr marL="0" marR="0" lvl="0" indent="0" algn="just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3. Due to the CEO’s careless judgment and the lack of market research, the company suffered a ______ loss due to the big wrong investment decision.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314ED7E-547A-10C4-6E21-0FB675CC2C82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897155"/>
            <a:ext cx="1630017" cy="492443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pPr marL="0" marR="0" lvl="0" indent="0" algn="l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slight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00F271E1-DD8F-75BF-B3CB-225C84ACFD6B}"/>
              </a:ext>
            </a:extLst>
          </p:cNvPr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marL="0" marR="0" lvl="0" indent="0" algn="ctr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A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82BDE91-33DD-947D-2988-2D4419A29381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43000" y="5040154"/>
            <a:ext cx="1918252" cy="492443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pPr marL="0" marR="0" lvl="0" indent="0" algn="l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massive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E514A69A-32D7-1A92-8000-4C3C5ABAE513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marL="0" marR="0" lvl="0" indent="0" algn="ctr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B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668C532-A55D-1423-627B-0A23DE0436DF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143000" y="6183154"/>
            <a:ext cx="1480930" cy="492443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pPr marL="0" marR="0" lvl="0" indent="0" algn="l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narrow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F3860930-7EF5-0FB6-E67A-AFEB2EEEFEB6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marL="0" marR="0" lvl="0" indent="0" algn="ctr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C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C4CEFBD-449E-2441-5FDD-C8E71704DEE3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1143000" y="7326154"/>
            <a:ext cx="1630017" cy="492443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pPr marL="0" marR="0" lvl="0" indent="0" algn="l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common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13667AB9-8160-4E67-45D7-550D39FB3AEA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marL="0" marR="0" lvl="0" indent="0" algn="ctr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D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04A5128F-032F-8006-D885-A48B1E8C45FB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4" name="TitleBackground">
              <a:extLst>
                <a:ext uri="{FF2B5EF4-FFF2-40B4-BE49-F238E27FC236}">
                  <a16:creationId xmlns:a16="http://schemas.microsoft.com/office/drawing/2014/main" id="{FF3F1691-5FE8-67E4-2DA1-A257F247F460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7132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4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" name="ColorBlock">
              <a:extLst>
                <a:ext uri="{FF2B5EF4-FFF2-40B4-BE49-F238E27FC236}">
                  <a16:creationId xmlns:a16="http://schemas.microsoft.com/office/drawing/2014/main" id="{9D774AAB-4BFE-97FE-D5A0-0CBAB94137B5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7132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4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" name="TypeText">
              <a:extLst>
                <a:ext uri="{FF2B5EF4-FFF2-40B4-BE49-F238E27FC236}">
                  <a16:creationId xmlns:a16="http://schemas.microsoft.com/office/drawing/2014/main" id="{2A106FA5-C690-4B17-217B-96AAF7D7B87A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 marL="0" marR="0" lvl="0" indent="0" algn="l" defTabSz="7132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7" name="TipText">
              <a:extLst>
                <a:ext uri="{FF2B5EF4-FFF2-40B4-BE49-F238E27FC236}">
                  <a16:creationId xmlns:a16="http://schemas.microsoft.com/office/drawing/2014/main" id="{2E2CD29A-5AEE-275E-43C2-D594549149E1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 marL="0" marR="0" lvl="0" indent="0" algn="l" defTabSz="7132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  <a:sym typeface="Microsoft Yahei" panose="020B0503020204020204" pitchFamily="34" charset="-122"/>
                </a:rPr>
                <a:t>1</a:t>
              </a:r>
              <a:r>
                <a: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2049ECCC-FE07-9E7C-C015-D8D9E9B890C2}"/>
              </a:ext>
            </a:extLst>
          </p:cNvPr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837912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D43BED06-45DF-0B62-4D8C-B2460DFEC58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72872" y="571500"/>
            <a:ext cx="5103191" cy="3293209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pPr marL="0" marR="0" lvl="0" indent="0" algn="just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4. With the help of a professional interior designer, the ______ of the new furniture in the living room not only maximized the use of space but also made the entire area more comfortable and organized.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2B0C2E5-77A1-0718-21F3-1AD1F205251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206500" y="4045328"/>
            <a:ext cx="2196548" cy="492443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pPr marL="0" marR="0" lvl="0" indent="0" algn="l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movement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EEDFA112-ACD7-CE18-FB11-ED806D00FD28}"/>
              </a:ext>
            </a:extLst>
          </p:cNvPr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539496" y="406783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marL="0" marR="0" lvl="0" indent="0" algn="ctr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A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1D74554-1A8C-2EF1-BE26-13B58A62B9BD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43000" y="5241315"/>
            <a:ext cx="1581468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pPr marL="0" marR="0" lvl="0" indent="0" algn="l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arrival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D9677996-45B8-F7D4-1A24-2999F1E1C542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496" y="521083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marL="0" marR="0" lvl="0" indent="0" algn="ctr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B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B9CCD60-3DB2-902E-89E5-11B7C7088E7A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142999" y="6351454"/>
            <a:ext cx="1888435" cy="492443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pPr marL="0" marR="0" lvl="0" indent="0" algn="l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placement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1B8F3D05-E405-A042-5333-A90D0D9478FB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635383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marL="0" marR="0" lvl="0" indent="0" algn="ctr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C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8B973E2-93E3-4A3C-39EC-7144B62AF91D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1142999" y="7553032"/>
            <a:ext cx="2196548" cy="492443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pPr marL="0" marR="0" lvl="0" indent="0" algn="l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departure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AAC09959-4A02-A423-3651-6ACBEFBB26C7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749683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marL="0" marR="0" lvl="0" indent="0" algn="ctr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D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52C7E3D4-F6E5-2EAB-133C-DF782DB0EF79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4" name="TitleBackground">
              <a:extLst>
                <a:ext uri="{FF2B5EF4-FFF2-40B4-BE49-F238E27FC236}">
                  <a16:creationId xmlns:a16="http://schemas.microsoft.com/office/drawing/2014/main" id="{DC319AD2-A977-58CD-2DB4-E06D4BE73966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7132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4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" name="ColorBlock">
              <a:extLst>
                <a:ext uri="{FF2B5EF4-FFF2-40B4-BE49-F238E27FC236}">
                  <a16:creationId xmlns:a16="http://schemas.microsoft.com/office/drawing/2014/main" id="{0D9BEC0B-2877-D190-C13E-2E95AB63A4DA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7132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4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" name="TypeText">
              <a:extLst>
                <a:ext uri="{FF2B5EF4-FFF2-40B4-BE49-F238E27FC236}">
                  <a16:creationId xmlns:a16="http://schemas.microsoft.com/office/drawing/2014/main" id="{45FCF2E5-7ECE-4CFC-C526-DD63E7A01C67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 marL="0" marR="0" lvl="0" indent="0" algn="l" defTabSz="7132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7" name="TipText">
              <a:extLst>
                <a:ext uri="{FF2B5EF4-FFF2-40B4-BE49-F238E27FC236}">
                  <a16:creationId xmlns:a16="http://schemas.microsoft.com/office/drawing/2014/main" id="{803BA544-A1BC-418B-DA7E-C640AA8469FF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 marL="0" marR="0" lvl="0" indent="0" algn="l" defTabSz="7132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  <a:sym typeface="Microsoft Yahei" panose="020B0503020204020204" pitchFamily="34" charset="-122"/>
                </a:rPr>
                <a:t>1</a:t>
              </a:r>
              <a:r>
                <a: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A8E03D83-D4C4-267F-BD63-C910B3663F71}"/>
              </a:ext>
            </a:extLst>
          </p:cNvPr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60100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6C809491-2DBF-6166-6C11-197D542F093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27383" y="617200"/>
            <a:ext cx="4716117" cy="28931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pPr marL="0" marR="0" lvl="0" indent="0" algn="just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5. If you find yourself stuck on the group project and unable to make progress despite trying your best, please don’t ______ to ask your teammates or instructor for help.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4DC2846-3FB6-A590-E72C-04963F193F8A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897154"/>
            <a:ext cx="1714500" cy="492443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pPr marL="0" marR="0" lvl="0" indent="0" algn="l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pretend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E5E70692-0B7A-FF06-8569-D6C6D64B9273}"/>
              </a:ext>
            </a:extLst>
          </p:cNvPr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marL="0" marR="0" lvl="0" indent="0" algn="ctr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A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32CBDB2-7AA5-0AF7-9ACC-24466DBC9BCF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43000" y="5040154"/>
            <a:ext cx="2017643" cy="492443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pPr marL="0" marR="0" lvl="0" indent="0" algn="l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manage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27A9A9A1-7E89-534E-DD76-420FB47C43AE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marL="0" marR="0" lvl="0" indent="0" algn="ctr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B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530D251-6E6A-78F1-ACC8-F85311F81B55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143000" y="6183154"/>
            <a:ext cx="1808922" cy="492443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pPr marL="0" marR="0" lvl="0" indent="0" algn="l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struggle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C57F2EA1-AAEA-AB52-4EB9-7BAE1DE1CA55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marL="0" marR="0" lvl="0" indent="0" algn="ctr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C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377A2E9-500C-2380-BB0A-E7D69AAF6EE3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1143000" y="7326155"/>
            <a:ext cx="1714500" cy="492443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pPr marL="0" marR="0" lvl="0" indent="0" algn="l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hesitate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AB96A7B8-6F66-B496-8797-AFD835A2322B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marL="0" marR="0" lvl="0" indent="0" algn="ctr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D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7BA96867-220C-2E3B-420E-CC2BC53D0981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4" name="TitleBackground">
              <a:extLst>
                <a:ext uri="{FF2B5EF4-FFF2-40B4-BE49-F238E27FC236}">
                  <a16:creationId xmlns:a16="http://schemas.microsoft.com/office/drawing/2014/main" id="{971A432C-037E-C860-CFE2-803634C3BE6D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7132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4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" name="ColorBlock">
              <a:extLst>
                <a:ext uri="{FF2B5EF4-FFF2-40B4-BE49-F238E27FC236}">
                  <a16:creationId xmlns:a16="http://schemas.microsoft.com/office/drawing/2014/main" id="{317D79AE-DCF8-5D58-58ED-7B76594A0374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7132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4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" name="TypeText">
              <a:extLst>
                <a:ext uri="{FF2B5EF4-FFF2-40B4-BE49-F238E27FC236}">
                  <a16:creationId xmlns:a16="http://schemas.microsoft.com/office/drawing/2014/main" id="{2FD1D867-D31A-F172-A4D0-2465716F2E30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 marL="0" marR="0" lvl="0" indent="0" algn="l" defTabSz="7132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7" name="TipText">
              <a:extLst>
                <a:ext uri="{FF2B5EF4-FFF2-40B4-BE49-F238E27FC236}">
                  <a16:creationId xmlns:a16="http://schemas.microsoft.com/office/drawing/2014/main" id="{6ACD0FA4-06E7-8187-9828-465C14F3A378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 marL="0" marR="0" lvl="0" indent="0" algn="l" defTabSz="7132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  <a:sym typeface="Microsoft Yahei" panose="020B0503020204020204" pitchFamily="34" charset="-122"/>
                </a:rPr>
                <a:t>1</a:t>
              </a:r>
              <a:r>
                <a: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59F87926-A726-4BDE-3227-8B24EE52BB73}"/>
              </a:ext>
            </a:extLst>
          </p:cNvPr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31558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48C4AFEA-96DE-2771-F28B-397D147C37C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387626" y="617200"/>
            <a:ext cx="4780722" cy="28931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pPr marL="0" marR="0" lvl="0" indent="0" algn="just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6. To ensure that your room is reserved and prepared for your arrival, the hotel requires guests to ______ their booking by phone or email at least 24 hours before checking in.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7599ABC-F976-5BDB-E0FA-D1D54BFD3DEB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899535"/>
            <a:ext cx="127190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pPr marL="0" marR="0" lvl="0" indent="0" algn="l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repeat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B0B4ED52-3AFA-4CEE-F678-A49B2CA26C65}"/>
              </a:ext>
            </a:extLst>
          </p:cNvPr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marL="0" marR="0" lvl="0" indent="0" algn="ctr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A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2F51BBE-A7F0-CEB7-DF94-E29F50BCF090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43000" y="5042535"/>
            <a:ext cx="1410018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pPr marL="0" marR="0" lvl="0" indent="0" algn="l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confirm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805DD651-5B96-17FD-A4E8-23D11717F0A2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marL="0" marR="0" lvl="0" indent="0" algn="ctr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B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C3A90C4-FDE2-7ABB-3621-E2AF6D982F11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142999" y="6183154"/>
            <a:ext cx="2276061" cy="492443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pPr marL="0" marR="0" lvl="0" indent="0" algn="l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remember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0B58B5F0-29D1-D76F-1D9B-CD2B170637DC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marL="0" marR="0" lvl="0" indent="0" algn="ctr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C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6177E39-55F2-3A87-202B-1433DB729864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1143000" y="7328535"/>
            <a:ext cx="1227519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pPr marL="0" marR="0" lvl="0" indent="0" algn="l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forget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6DE92CE1-E034-7E21-0874-A74A2AB029B6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marL="0" marR="0" lvl="0" indent="0" algn="ctr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D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70F77A41-83F1-EFEA-E9D1-4FD49ADD8C0A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4" name="TitleBackground">
              <a:extLst>
                <a:ext uri="{FF2B5EF4-FFF2-40B4-BE49-F238E27FC236}">
                  <a16:creationId xmlns:a16="http://schemas.microsoft.com/office/drawing/2014/main" id="{3B4F0A89-D4F1-66E5-D5F2-A5DD498E24D4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7132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4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" name="ColorBlock">
              <a:extLst>
                <a:ext uri="{FF2B5EF4-FFF2-40B4-BE49-F238E27FC236}">
                  <a16:creationId xmlns:a16="http://schemas.microsoft.com/office/drawing/2014/main" id="{C3E0A12A-EE93-8C40-145A-F5EBF792EDEA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7132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4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" name="TypeText">
              <a:extLst>
                <a:ext uri="{FF2B5EF4-FFF2-40B4-BE49-F238E27FC236}">
                  <a16:creationId xmlns:a16="http://schemas.microsoft.com/office/drawing/2014/main" id="{FE073996-7467-E1EA-8547-65F764E4ED0F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 marL="0" marR="0" lvl="0" indent="0" algn="l" defTabSz="7132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7" name="TipText">
              <a:extLst>
                <a:ext uri="{FF2B5EF4-FFF2-40B4-BE49-F238E27FC236}">
                  <a16:creationId xmlns:a16="http://schemas.microsoft.com/office/drawing/2014/main" id="{9980D85E-E842-4FDC-F86F-63DA25A6F517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 marL="0" marR="0" lvl="0" indent="0" algn="l" defTabSz="7132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  <a:sym typeface="Microsoft Yahei" panose="020B0503020204020204" pitchFamily="34" charset="-122"/>
                </a:rPr>
                <a:t>1</a:t>
              </a:r>
              <a:r>
                <a: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C55C166D-2EB6-2AD9-E415-75A86E8B3C6F}"/>
              </a:ext>
            </a:extLst>
          </p:cNvPr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143695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AD6006AF-2EA1-9A92-5AF8-E75400CE3B9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34122" y="733177"/>
            <a:ext cx="5207000" cy="28931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pPr marL="0" marR="0" lvl="0" indent="0" algn="just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7. Before signing the contract to buy the apartment, we need to ______ the total cost carefully, including the down payment, monthly mortgage, and additional fees for property management.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304DC3D-B7A7-67C9-9E28-4AD2E270D0F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899535"/>
            <a:ext cx="1176147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pPr marL="0" marR="0" lvl="0" indent="0" algn="l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guess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26DB5B05-1501-AF61-BA61-CCC445AC0FDB}"/>
              </a:ext>
            </a:extLst>
          </p:cNvPr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marL="0" marR="0" lvl="0" indent="0" algn="ctr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A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A7F8027-2C58-0812-78DC-57BD4E09DBF9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43000" y="5040154"/>
            <a:ext cx="1714500" cy="492443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pPr marL="0" marR="0" lvl="0" indent="0" algn="l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describe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3E9B81B7-D3C9-A0CE-7B3E-D7F910E50C71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marL="0" marR="0" lvl="0" indent="0" algn="ctr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B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A10A8DD-D7CB-A290-3890-7471EBDDD864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143000" y="6183154"/>
            <a:ext cx="1789043" cy="492443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pPr marL="0" marR="0" lvl="0" indent="0" algn="l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calculate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CE339955-54B4-541C-7ECD-E1463A7E4556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marL="0" marR="0" lvl="0" indent="0" algn="ctr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C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D741411-5577-6678-1DDB-D91A3C36A4B4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1142999" y="7326154"/>
            <a:ext cx="1868557" cy="492443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pPr marL="0" marR="0" lvl="0" indent="0" algn="l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remember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12A2688C-009C-D803-1D37-DB694A5E1CD6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marL="0" marR="0" lvl="0" indent="0" algn="ctr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D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CBD83954-0DC9-2033-9B1E-38B52DB5F0C9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4" name="TitleBackground">
              <a:extLst>
                <a:ext uri="{FF2B5EF4-FFF2-40B4-BE49-F238E27FC236}">
                  <a16:creationId xmlns:a16="http://schemas.microsoft.com/office/drawing/2014/main" id="{8DF6014F-0843-8D35-BCC8-933C5AE7F6C3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7132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4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" name="ColorBlock">
              <a:extLst>
                <a:ext uri="{FF2B5EF4-FFF2-40B4-BE49-F238E27FC236}">
                  <a16:creationId xmlns:a16="http://schemas.microsoft.com/office/drawing/2014/main" id="{EC3E7BB7-398E-B127-3873-5DB464E873B8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7132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4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" name="TypeText">
              <a:extLst>
                <a:ext uri="{FF2B5EF4-FFF2-40B4-BE49-F238E27FC236}">
                  <a16:creationId xmlns:a16="http://schemas.microsoft.com/office/drawing/2014/main" id="{A2CBD190-D7DD-78DC-9AE1-34469D45ED54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 marL="0" marR="0" lvl="0" indent="0" algn="l" defTabSz="7132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7" name="TipText">
              <a:extLst>
                <a:ext uri="{FF2B5EF4-FFF2-40B4-BE49-F238E27FC236}">
                  <a16:creationId xmlns:a16="http://schemas.microsoft.com/office/drawing/2014/main" id="{8E377974-102E-31B5-8934-1F3CD638EB9C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 marL="0" marR="0" lvl="0" indent="0" algn="l" defTabSz="7132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  <a:sym typeface="Microsoft Yahei" panose="020B0503020204020204" pitchFamily="34" charset="-122"/>
                </a:rPr>
                <a:t>1</a:t>
              </a:r>
              <a:r>
                <a: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6AC3EB38-BAF5-7E5F-D2A8-C4A76FE8F6FF}"/>
              </a:ext>
            </a:extLst>
          </p:cNvPr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42129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C07B4823-DE64-5E13-1792-38B81525BCD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68537" y="590183"/>
            <a:ext cx="5083312" cy="3293209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pPr marL="0" marR="0" lvl="0" indent="0" algn="just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8. The research team’s survey covers a wide ______ of opinions from teenagers, young adults, middle-aged people, and the elderly, providing a comprehensive view of public attitudes toward environmental protection. 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839112B-C8AA-9BDE-C9B2-77F704DCD468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4018803"/>
            <a:ext cx="172593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pPr marL="0" marR="0" lvl="0" indent="0" algn="l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choice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A414301A-02DB-DB30-8F0B-B7C79AB6FF0D}"/>
              </a:ext>
            </a:extLst>
          </p:cNvPr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532516" y="4018803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marL="0" marR="0" lvl="0" indent="0" algn="ctr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A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40704EB-2FFD-15FD-C256-1A8EC64FDE2E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43000" y="5042535"/>
            <a:ext cx="161480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pPr marL="0" marR="0" lvl="0" indent="0" algn="l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result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02B335F5-7814-C5F5-1E67-2C2934F1D730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marL="0" marR="0" lvl="0" indent="0" algn="ctr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B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D80E23E-C22E-C907-33FE-0AFA3D1428B0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143000" y="6185535"/>
            <a:ext cx="204660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pPr marL="0" marR="0" lvl="0" indent="0" algn="l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reason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14FBF633-F436-1FB0-93EF-CE8673F30D50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marL="0" marR="0" lvl="0" indent="0" algn="ctr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C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8BC88C3-A8F5-785C-425A-D7AEDF7E3B60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1143000" y="7328535"/>
            <a:ext cx="1667193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pPr marL="0" marR="0" lvl="0" indent="0" algn="l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spectrum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02FCD009-6BA2-D61D-1ECF-36A2A04AC7D4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marL="0" marR="0" lvl="0" indent="0" algn="ctr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D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DD197572-34C4-3304-F5B8-2525E093CBFF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4" name="TitleBackground">
              <a:extLst>
                <a:ext uri="{FF2B5EF4-FFF2-40B4-BE49-F238E27FC236}">
                  <a16:creationId xmlns:a16="http://schemas.microsoft.com/office/drawing/2014/main" id="{77040813-539F-FCE5-19AB-09CF595D3F84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7132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4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" name="ColorBlock">
              <a:extLst>
                <a:ext uri="{FF2B5EF4-FFF2-40B4-BE49-F238E27FC236}">
                  <a16:creationId xmlns:a16="http://schemas.microsoft.com/office/drawing/2014/main" id="{E385A887-2E69-6647-18E6-77ACB910DB3B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7132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4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" name="TypeText">
              <a:extLst>
                <a:ext uri="{FF2B5EF4-FFF2-40B4-BE49-F238E27FC236}">
                  <a16:creationId xmlns:a16="http://schemas.microsoft.com/office/drawing/2014/main" id="{85EED8B7-03AE-875A-944B-DE28AC9903E9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 marL="0" marR="0" lvl="0" indent="0" algn="l" defTabSz="7132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7" name="TipText">
              <a:extLst>
                <a:ext uri="{FF2B5EF4-FFF2-40B4-BE49-F238E27FC236}">
                  <a16:creationId xmlns:a16="http://schemas.microsoft.com/office/drawing/2014/main" id="{1F957537-643C-F1CF-080E-F699E86F3690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 marL="0" marR="0" lvl="0" indent="0" algn="l" defTabSz="7132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  <a:sym typeface="Microsoft Yahei" panose="020B0503020204020204" pitchFamily="34" charset="-122"/>
                </a:rPr>
                <a:t>1</a:t>
              </a:r>
              <a:r>
                <a: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B0BBD51E-A47A-690C-84EA-316CF5BB1FCE}"/>
              </a:ext>
            </a:extLst>
          </p:cNvPr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385867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268419B7-828F-5FF5-FDBB-287B5624BF4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54000" y="588546"/>
            <a:ext cx="4921504" cy="3293209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pPr marL="0" marR="0" lvl="0" indent="0" algn="just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9. During weekends when she has no urgent tasks, Lisa likes to ______ online shopping platforms for hours, looking through new clothing collections and home decor items without a specific purchase plan.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F3E2021-E200-742C-235C-844CEAC4B1C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899535"/>
            <a:ext cx="172910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pPr marL="0" marR="0" lvl="0" indent="0" algn="l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charge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8D4AD785-2D98-16BF-B288-6BB618891BB4}"/>
              </a:ext>
            </a:extLst>
          </p:cNvPr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marL="0" marR="0" lvl="0" indent="0" algn="ctr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A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CEB077E-4255-1332-69DA-B629305A210D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43000" y="5042535"/>
            <a:ext cx="2243519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pPr marL="0" marR="0" lvl="0" indent="0" algn="l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browse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6B5A2DBC-9930-93CA-3BA3-F63B4154C04B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marL="0" marR="0" lvl="0" indent="0" algn="ctr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B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A6618E7-802C-5E69-C402-3A12D836FA69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143000" y="6185535"/>
            <a:ext cx="1559306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pPr marL="0" marR="0" lvl="0" indent="0" algn="l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lock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BE6CB5CB-D41E-B3E2-2110-83B8AAAE285C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marL="0" marR="0" lvl="0" indent="0" algn="ctr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C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B6E6A52-5E0C-D98E-1579-E15B4D03A0F0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1143000" y="7328535"/>
            <a:ext cx="1537081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pPr marL="0" marR="0" lvl="0" indent="0" algn="l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break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3EC42669-37B3-1A44-718B-9C1814EA756E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marL="0" marR="0" lvl="0" indent="0" algn="ctr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D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9E3C1C86-1BB2-F37A-0EE1-5FD1E76ED9DF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4" name="TitleBackground">
              <a:extLst>
                <a:ext uri="{FF2B5EF4-FFF2-40B4-BE49-F238E27FC236}">
                  <a16:creationId xmlns:a16="http://schemas.microsoft.com/office/drawing/2014/main" id="{0D1BF913-7F29-EA27-429C-7ED2F691D867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7132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4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" name="ColorBlock">
              <a:extLst>
                <a:ext uri="{FF2B5EF4-FFF2-40B4-BE49-F238E27FC236}">
                  <a16:creationId xmlns:a16="http://schemas.microsoft.com/office/drawing/2014/main" id="{89DA1E16-F72D-E880-A98D-2CC04B6A6BC1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7132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4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" name="TypeText">
              <a:extLst>
                <a:ext uri="{FF2B5EF4-FFF2-40B4-BE49-F238E27FC236}">
                  <a16:creationId xmlns:a16="http://schemas.microsoft.com/office/drawing/2014/main" id="{E4FB623C-FDBE-E998-464C-C388E77D8C4A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 marL="0" marR="0" lvl="0" indent="0" algn="l" defTabSz="7132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7" name="TipText">
              <a:extLst>
                <a:ext uri="{FF2B5EF4-FFF2-40B4-BE49-F238E27FC236}">
                  <a16:creationId xmlns:a16="http://schemas.microsoft.com/office/drawing/2014/main" id="{9D7435BD-DADB-AB38-CADC-5BB4F40DF828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 marL="0" marR="0" lvl="0" indent="0" algn="l" defTabSz="7132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  <a:sym typeface="Microsoft Yahei" panose="020B0503020204020204" pitchFamily="34" charset="-122"/>
                </a:rPr>
                <a:t>1</a:t>
              </a:r>
              <a:r>
                <a: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A86F67CF-B52C-C249-9CE9-39BEFAD1448E}"/>
              </a:ext>
            </a:extLst>
          </p:cNvPr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400828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04816B8B-9453-CDFF-40A9-2A8492AACCD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53999" y="744220"/>
            <a:ext cx="5133009" cy="3293209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pPr marL="0" marR="0" lvl="0" indent="0" algn="just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10. Since the government announced the new policy to reduce carbon emissions, public ______ toward the measure has been generally positive, with most people supporting the efforts to protect the environment.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614C296-ABD7-258B-FDE5-A4E28C2512BC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4436248"/>
            <a:ext cx="1354519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pPr marL="0" marR="0" lvl="0" indent="0" algn="l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action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666CB457-0DFF-0B8E-B76E-1EB0BD0BF197}"/>
              </a:ext>
            </a:extLst>
          </p:cNvPr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539496" y="4405768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marL="0" marR="0" lvl="0" indent="0" algn="ctr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A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4852B0F-C387-9736-F831-D8C3F4675B0A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42999" y="5576867"/>
            <a:ext cx="1928191" cy="492443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pPr marL="0" marR="0" lvl="0" indent="0" algn="l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sentiment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D7F52D44-8246-51E4-1582-FFB97C367463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496" y="5548768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marL="0" marR="0" lvl="0" indent="0" algn="ctr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B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C27E2B0-0AB5-FC73-A573-893462D919C9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143000" y="6722248"/>
            <a:ext cx="1356868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pPr marL="0" marR="0" lvl="0" indent="0" algn="l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task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FCD74B46-5B2C-6116-9B5E-8A5F86D2EE24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6691768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marL="0" marR="0" lvl="0" indent="0" algn="ctr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C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F37C7B7-D39B-A7A2-1F3A-20D92BF381DE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1143000" y="7865248"/>
            <a:ext cx="1502156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pPr marL="0" marR="0" lvl="0" indent="0" algn="l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goal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A5EC68A0-4C46-DDC1-1DA4-BDCD148E5A2D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7834768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marL="0" marR="0" lvl="0" indent="0" algn="ctr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D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D86FC88A-F72F-D2E7-6621-DAF4677BF166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4" name="TitleBackground">
              <a:extLst>
                <a:ext uri="{FF2B5EF4-FFF2-40B4-BE49-F238E27FC236}">
                  <a16:creationId xmlns:a16="http://schemas.microsoft.com/office/drawing/2014/main" id="{F5033605-CC21-B137-D9E0-0A8EE39F33DD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7132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4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" name="ColorBlock">
              <a:extLst>
                <a:ext uri="{FF2B5EF4-FFF2-40B4-BE49-F238E27FC236}">
                  <a16:creationId xmlns:a16="http://schemas.microsoft.com/office/drawing/2014/main" id="{F2062446-CA93-B25E-0A11-24A074C0F228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7132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4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" name="TypeText">
              <a:extLst>
                <a:ext uri="{FF2B5EF4-FFF2-40B4-BE49-F238E27FC236}">
                  <a16:creationId xmlns:a16="http://schemas.microsoft.com/office/drawing/2014/main" id="{F49D1965-7B53-1FBF-20D7-9FDF36FAD45D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 marL="0" marR="0" lvl="0" indent="0" algn="l" defTabSz="7132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7" name="TipText">
              <a:extLst>
                <a:ext uri="{FF2B5EF4-FFF2-40B4-BE49-F238E27FC236}">
                  <a16:creationId xmlns:a16="http://schemas.microsoft.com/office/drawing/2014/main" id="{13D57BDE-9197-76A5-5F33-CBD39858F0CC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 marL="0" marR="0" lvl="0" indent="0" algn="l" defTabSz="7132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  <a:sym typeface="Microsoft Yahei" panose="020B0503020204020204" pitchFamily="34" charset="-122"/>
                </a:rPr>
                <a:t>1</a:t>
              </a:r>
              <a:r>
                <a: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FF4C2DFF-C3C7-AEED-473F-CFE1669F7CB2}"/>
              </a:ext>
            </a:extLst>
          </p:cNvPr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158468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A3FCB21A-3498-F0AE-8730-C0370B3BB4F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68357" y="797158"/>
            <a:ext cx="5207000" cy="3293209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pPr marL="0" marR="0" lvl="0" indent="0" algn="just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11. Located on the southern coast with soft beaches, clear blue water, and a mild climate all year round, the small city has become a popular tourist ______ that attracts millions of visitors from home and abroad every summer.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A9A8D18-2F0B-ACA8-F487-40771887693A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4555518"/>
            <a:ext cx="1279843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pPr marL="0" marR="0" lvl="0" indent="0" algn="l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area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77CED877-BA1A-AE84-3A04-72EC89BB28B2}"/>
              </a:ext>
            </a:extLst>
          </p:cNvPr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539496" y="4525038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marL="0" marR="0" lvl="0" indent="0" algn="ctr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A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DC4E34F-0C37-70A2-A781-76EED314EA0B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43000" y="5698518"/>
            <a:ext cx="1902143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pPr marL="0" marR="0" lvl="0" indent="0" algn="l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site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6EE6851A-1528-EF9A-A0C8-225E2C0CA6D7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440105" y="5797247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marL="0" marR="0" lvl="0" indent="0" algn="ctr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B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22A851D-21C3-A70D-D059-664FA47D6193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143000" y="6841518"/>
            <a:ext cx="168510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pPr marL="0" marR="0" lvl="0" indent="0" algn="l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resort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EAAA652C-2CEC-DC4B-659E-039A8958BCCA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6811038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marL="0" marR="0" lvl="0" indent="0" algn="ctr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C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63F8A87-D552-1A84-09E0-4E97BD848246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1143000" y="7984518"/>
            <a:ext cx="156400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pPr marL="0" marR="0" lvl="0" indent="0" algn="l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zone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23521A8A-5845-43F6-D9A1-FC6B86313AA4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7954038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marL="0" marR="0" lvl="0" indent="0" algn="ctr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D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98202306-A293-10C1-09BE-6605DA6D8B04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4" name="TitleBackground">
              <a:extLst>
                <a:ext uri="{FF2B5EF4-FFF2-40B4-BE49-F238E27FC236}">
                  <a16:creationId xmlns:a16="http://schemas.microsoft.com/office/drawing/2014/main" id="{104B40E9-7E49-A539-CEFF-E0753E6B029A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7132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4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" name="ColorBlock">
              <a:extLst>
                <a:ext uri="{FF2B5EF4-FFF2-40B4-BE49-F238E27FC236}">
                  <a16:creationId xmlns:a16="http://schemas.microsoft.com/office/drawing/2014/main" id="{164A6A3A-2600-C382-FD6E-51E316AD5CE1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7132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4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" name="TypeText">
              <a:extLst>
                <a:ext uri="{FF2B5EF4-FFF2-40B4-BE49-F238E27FC236}">
                  <a16:creationId xmlns:a16="http://schemas.microsoft.com/office/drawing/2014/main" id="{AF676775-A213-0B50-AD72-9C8C46157130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 marL="0" marR="0" lvl="0" indent="0" algn="l" defTabSz="7132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7" name="TipText">
              <a:extLst>
                <a:ext uri="{FF2B5EF4-FFF2-40B4-BE49-F238E27FC236}">
                  <a16:creationId xmlns:a16="http://schemas.microsoft.com/office/drawing/2014/main" id="{D1E1DB37-D83A-0787-7353-888748743A67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 marL="0" marR="0" lvl="0" indent="0" algn="l" defTabSz="7132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  <a:sym typeface="Microsoft Yahei" panose="020B0503020204020204" pitchFamily="34" charset="-122"/>
                </a:rPr>
                <a:t>1</a:t>
              </a:r>
              <a:r>
                <a: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D431ADF8-B1CE-E663-E87C-EDC266D40174}"/>
              </a:ext>
            </a:extLst>
          </p:cNvPr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41142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51DFDA22-AE1E-A832-8A37-48852C24508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90500" y="669490"/>
            <a:ext cx="5033617" cy="3693319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pPr marL="0" marR="0" lvl="0" indent="0" algn="just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12. Doctors and health experts suggest that maintaining a balanced diet, getting enough sleep, and doing regular exercise can not only improve physical fitness but also help ______ people’s lifespan by reducing the risk of chronic diseases.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3268792-580D-F611-74EF-2B76AEDE127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4426309"/>
            <a:ext cx="2291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pPr marL="0" marR="0" lvl="0" indent="0" algn="l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shorten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2F3EB2DD-D0C3-2FCA-D66D-B1735C9EE569}"/>
              </a:ext>
            </a:extLst>
          </p:cNvPr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539496" y="4395829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marL="0" marR="0" lvl="0" indent="0" algn="ctr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A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49AD5D5-EE15-1337-5017-126DA19E84E4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43000" y="5569309"/>
            <a:ext cx="2112137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pPr marL="0" marR="0" lvl="0" indent="0" algn="l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prolong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CB286819-46CD-1767-3551-841B6841F4E8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496" y="5538829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marL="0" marR="0" lvl="0" indent="0" algn="ctr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B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3FBB83E-8B35-5A53-7EC6-26120789FA41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143000" y="6712309"/>
            <a:ext cx="1829118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pPr marL="0" marR="0" lvl="0" indent="0" algn="l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limit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B1C7D77F-185D-50D7-2E0D-3D9EAABEAAC3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6681829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marL="0" marR="0" lvl="0" indent="0" algn="ctr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C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58A6037-00A4-3420-6ABE-741998B0D017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1143000" y="7855309"/>
            <a:ext cx="2134997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pPr marL="0" marR="0" lvl="0" indent="0" algn="l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waste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0603E358-41EB-EFE3-D850-A308F50B2CF7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7824829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marL="0" marR="0" lvl="0" indent="0" algn="ctr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D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AEAB2649-C222-9F07-12FB-AE5DB29CAC48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4" name="TitleBackground">
              <a:extLst>
                <a:ext uri="{FF2B5EF4-FFF2-40B4-BE49-F238E27FC236}">
                  <a16:creationId xmlns:a16="http://schemas.microsoft.com/office/drawing/2014/main" id="{192E4510-9935-EF1D-C432-4C9477B4735F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7132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4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" name="ColorBlock">
              <a:extLst>
                <a:ext uri="{FF2B5EF4-FFF2-40B4-BE49-F238E27FC236}">
                  <a16:creationId xmlns:a16="http://schemas.microsoft.com/office/drawing/2014/main" id="{5D21C33F-1415-AF6C-4952-CDAB3173EE71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7132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4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" name="TypeText">
              <a:extLst>
                <a:ext uri="{FF2B5EF4-FFF2-40B4-BE49-F238E27FC236}">
                  <a16:creationId xmlns:a16="http://schemas.microsoft.com/office/drawing/2014/main" id="{A8F2A182-4E7C-93FE-B418-93EA56AD4831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 marL="0" marR="0" lvl="0" indent="0" algn="l" defTabSz="7132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7" name="TipText">
              <a:extLst>
                <a:ext uri="{FF2B5EF4-FFF2-40B4-BE49-F238E27FC236}">
                  <a16:creationId xmlns:a16="http://schemas.microsoft.com/office/drawing/2014/main" id="{2E485070-BB22-F4F9-0405-2CA0F02EBEED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 marL="0" marR="0" lvl="0" indent="0" algn="l" defTabSz="7132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  <a:sym typeface="Microsoft Yahei" panose="020B0503020204020204" pitchFamily="34" charset="-122"/>
                </a:rPr>
                <a:t>1</a:t>
              </a:r>
              <a:r>
                <a: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725146EE-4462-E4A2-BEB4-1DD1DA765212}"/>
              </a:ext>
            </a:extLst>
          </p:cNvPr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795719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95FB3A97-00A4-A438-A9A9-074E31008B2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54000" y="617200"/>
            <a:ext cx="5334000" cy="28931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pPr marL="0" marR="0" lvl="0" indent="0" algn="just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13. Before submitting your academic paper to the journal, it is essential to ______ it carefully several times to check for spelling mistakes, grammar errors, and inconsistent logical arguments.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548A057-FC40-4D09-15A3-9E2033C3DF91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899535"/>
            <a:ext cx="1910144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pPr marL="0" marR="0" lvl="0" indent="0" algn="l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rewrite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C571BDD1-D49B-49FE-49BE-F58AD8CD6F98}"/>
              </a:ext>
            </a:extLst>
          </p:cNvPr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marL="0" marR="0" lvl="0" indent="0" algn="ctr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A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B99C0B8-1E57-B893-CED8-A2B5A2891BBF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43000" y="5042535"/>
            <a:ext cx="169145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pPr marL="0" marR="0" lvl="0" indent="0" algn="l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recite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37BA35B3-5C46-CB88-5F95-C7F98218FC49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marL="0" marR="0" lvl="0" indent="0" algn="ctr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B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61E321B-5842-984A-E253-5AC98422325D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143000" y="6185535"/>
            <a:ext cx="113855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pPr marL="0" marR="0" lvl="0" indent="0" algn="l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retell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EA223745-9C9B-ACB1-03E0-D4D741952204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marL="0" marR="0" lvl="0" indent="0" algn="ctr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C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D34DBC8-D70C-959F-13DF-C7303D183F18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1143000" y="7326154"/>
            <a:ext cx="1910144" cy="492443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pPr marL="0" marR="0" lvl="0" indent="0" algn="l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proofread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F49977B4-7282-3B63-DD91-0A9E3CF41AF5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marL="0" marR="0" lvl="0" indent="0" algn="ctr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D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B22B80D1-45B2-FFBB-E877-01F9693B329F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4" name="TitleBackground">
              <a:extLst>
                <a:ext uri="{FF2B5EF4-FFF2-40B4-BE49-F238E27FC236}">
                  <a16:creationId xmlns:a16="http://schemas.microsoft.com/office/drawing/2014/main" id="{D79D465D-4BB6-3767-7D52-5B0C424C6B4E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7132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4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" name="ColorBlock">
              <a:extLst>
                <a:ext uri="{FF2B5EF4-FFF2-40B4-BE49-F238E27FC236}">
                  <a16:creationId xmlns:a16="http://schemas.microsoft.com/office/drawing/2014/main" id="{DE7AB47E-902B-EE17-B025-AA61D98E533F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7132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4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" name="TypeText">
              <a:extLst>
                <a:ext uri="{FF2B5EF4-FFF2-40B4-BE49-F238E27FC236}">
                  <a16:creationId xmlns:a16="http://schemas.microsoft.com/office/drawing/2014/main" id="{5FA16EE4-0A03-0D49-70C4-75C8B0F09BE2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 marL="0" marR="0" lvl="0" indent="0" algn="l" defTabSz="7132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7" name="TipText">
              <a:extLst>
                <a:ext uri="{FF2B5EF4-FFF2-40B4-BE49-F238E27FC236}">
                  <a16:creationId xmlns:a16="http://schemas.microsoft.com/office/drawing/2014/main" id="{CC8F7397-D6ED-130F-F0A1-93A185B4603E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 marL="0" marR="0" lvl="0" indent="0" algn="l" defTabSz="7132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  <a:sym typeface="Microsoft Yahei" panose="020B0503020204020204" pitchFamily="34" charset="-122"/>
                </a:rPr>
                <a:t>1</a:t>
              </a:r>
              <a:r>
                <a: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0ECEBA0D-398C-6DCC-B082-06E1ADFDB626}"/>
              </a:ext>
            </a:extLst>
          </p:cNvPr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505390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5A6E2850-3597-0F5B-C2D1-DA2513173F3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54000" y="786715"/>
            <a:ext cx="5207000" cy="3293209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pPr marL="0" marR="0" lvl="0" indent="0" algn="just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14. After working on the new songs for over a year and completing the recording and mixing process, the popular band announced that they would ______ their third studio album on all major music platforms next month.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710F521-38D3-7821-29AF-635DCA3E087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4625092"/>
            <a:ext cx="1788287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pPr marL="0" marR="0" lvl="0" indent="0" algn="l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hide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FB104F60-F271-6D9C-F930-01A3703104EA}"/>
              </a:ext>
            </a:extLst>
          </p:cNvPr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539496" y="4594612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marL="0" marR="0" lvl="0" indent="0" algn="ctr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A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1BAC7A1-DC6D-D3C3-B3BE-E04539B3A695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43000" y="5768092"/>
            <a:ext cx="1915287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pPr marL="0" marR="0" lvl="0" indent="0" algn="l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cancel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E6A63850-0637-4915-2DDC-F86B5132F98E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496" y="5737612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marL="0" marR="0" lvl="0" indent="0" algn="ctr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B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D419DCF-F4EA-2479-BB0B-ADC7F27CF9E7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143000" y="6911092"/>
            <a:ext cx="1642237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pPr marL="0" marR="0" lvl="0" indent="0" algn="l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release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EC8DA007-3B8D-C132-F45F-29D8BBE59282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6880612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marL="0" marR="0" lvl="0" indent="0" algn="ctr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C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84C8226-B4FA-5161-E375-04307C6DB2A8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1143000" y="8054092"/>
            <a:ext cx="185337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pPr marL="0" marR="0" lvl="0" indent="0" algn="l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design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8B1CC55B-0F84-A7E8-5F72-3663239AC32C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8023612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marL="0" marR="0" lvl="0" indent="0" algn="ctr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D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CB718118-AFE2-BFD2-3C58-A4B58EE7648E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4" name="TitleBackground">
              <a:extLst>
                <a:ext uri="{FF2B5EF4-FFF2-40B4-BE49-F238E27FC236}">
                  <a16:creationId xmlns:a16="http://schemas.microsoft.com/office/drawing/2014/main" id="{B63D0DB5-5B98-2397-C321-CEE935B55A27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7132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4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" name="ColorBlock">
              <a:extLst>
                <a:ext uri="{FF2B5EF4-FFF2-40B4-BE49-F238E27FC236}">
                  <a16:creationId xmlns:a16="http://schemas.microsoft.com/office/drawing/2014/main" id="{BCC87DC6-8409-13FC-F504-43D7701951A4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7132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4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" name="TypeText">
              <a:extLst>
                <a:ext uri="{FF2B5EF4-FFF2-40B4-BE49-F238E27FC236}">
                  <a16:creationId xmlns:a16="http://schemas.microsoft.com/office/drawing/2014/main" id="{527A666C-0EFD-C7DC-AA2D-7BCC866E0E14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 marL="0" marR="0" lvl="0" indent="0" algn="l" defTabSz="7132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7" name="TipText">
              <a:extLst>
                <a:ext uri="{FF2B5EF4-FFF2-40B4-BE49-F238E27FC236}">
                  <a16:creationId xmlns:a16="http://schemas.microsoft.com/office/drawing/2014/main" id="{B4122923-53FB-A24B-929F-14CDA3AD9EA1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 marL="0" marR="0" lvl="0" indent="0" algn="l" defTabSz="7132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  <a:sym typeface="Microsoft Yahei" panose="020B0503020204020204" pitchFamily="34" charset="-122"/>
                </a:rPr>
                <a:t>1</a:t>
              </a:r>
              <a:r>
                <a: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111AFC54-23A6-28CC-E72D-E7E1FEED1CA3}"/>
              </a:ext>
            </a:extLst>
          </p:cNvPr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40548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3F860DF5-F76A-E94F-3F3B-7DCA61D2EE1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58750" y="886611"/>
            <a:ext cx="5397500" cy="3293209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pPr marL="0" marR="0" lvl="0" indent="0" algn="just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15. During the team meeting, his rude and disrespectful comments about his colleagues’ work not only hurt others’ feelings but also threatened to ______ anger and unnecessary arguments that would affect the project’s progress.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2C6280A-3B17-5D9D-95D2-6F8DA47B3F21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4774180"/>
            <a:ext cx="2054606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pPr marL="0" marR="0" lvl="0" indent="0" algn="l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calm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2551827C-5394-7C30-401F-1516E55E238B}"/>
              </a:ext>
            </a:extLst>
          </p:cNvPr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539496" y="4743700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marL="0" marR="0" lvl="0" indent="0" algn="ctr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A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4D31AED-2BED-2FF2-5CDB-935EB657EF8E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43000" y="5917180"/>
            <a:ext cx="1895856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pPr marL="0" marR="0" lvl="0" indent="0" algn="l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provoke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5A8C3458-1B79-5CE6-B6DF-E43B75B092AC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496" y="5886700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marL="0" marR="0" lvl="0" indent="0" algn="ctr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B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27DC4BB-5087-984D-8976-1B3226B63689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143000" y="7060180"/>
            <a:ext cx="2079308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pPr marL="0" marR="0" lvl="0" indent="0" algn="l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ignore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8D9820C8-EC5E-1A21-7E44-6466D4B1EEF5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702970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marL="0" marR="0" lvl="0" indent="0" algn="ctr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C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4527726-1A0D-4058-8650-ABF067AAB07C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1143000" y="8203180"/>
            <a:ext cx="2059369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pPr marL="0" marR="0" lvl="0" indent="0" algn="l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avoid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56A64C27-113A-1967-95B7-6A0A2331E859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817270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marL="0" marR="0" lvl="0" indent="0" algn="ctr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D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01C8E5AD-C04F-D6A1-E570-B74B34B3CD65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4" name="TitleBackground">
              <a:extLst>
                <a:ext uri="{FF2B5EF4-FFF2-40B4-BE49-F238E27FC236}">
                  <a16:creationId xmlns:a16="http://schemas.microsoft.com/office/drawing/2014/main" id="{57FEF987-20F4-6691-52D5-0CB1F28E968D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7132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4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" name="ColorBlock">
              <a:extLst>
                <a:ext uri="{FF2B5EF4-FFF2-40B4-BE49-F238E27FC236}">
                  <a16:creationId xmlns:a16="http://schemas.microsoft.com/office/drawing/2014/main" id="{50269C64-88A5-7BE4-BA04-E2D8AE2A8A0E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7132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4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" name="TypeText">
              <a:extLst>
                <a:ext uri="{FF2B5EF4-FFF2-40B4-BE49-F238E27FC236}">
                  <a16:creationId xmlns:a16="http://schemas.microsoft.com/office/drawing/2014/main" id="{CDF91AE3-8730-C1AC-3379-DD742A4E6646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 marL="0" marR="0" lvl="0" indent="0" algn="l" defTabSz="7132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7" name="TipText">
              <a:extLst>
                <a:ext uri="{FF2B5EF4-FFF2-40B4-BE49-F238E27FC236}">
                  <a16:creationId xmlns:a16="http://schemas.microsoft.com/office/drawing/2014/main" id="{1D26E137-A1F5-F3AD-6154-2B397CD82B7E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 marL="0" marR="0" lvl="0" indent="0" algn="l" defTabSz="7132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  <a:sym typeface="Microsoft Yahei" panose="020B0503020204020204" pitchFamily="34" charset="-122"/>
                </a:rPr>
                <a:t>1</a:t>
              </a:r>
              <a:r>
                <a: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4A1A69AA-23DE-080C-264F-E0B812DA9C66}"/>
              </a:ext>
            </a:extLst>
          </p:cNvPr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417988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750DE06-19C2-4A3B-B654-638A4E5C295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1500" y="635000"/>
            <a:ext cx="4768596" cy="28575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16. The company prides itself on being a _______ employer, known for fair labor practices and ethical standards.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473EA16-8F33-46FA-B07F-4A47C744295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profitable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4684198-0F9A-44A7-9D3D-13FB3DE2C4AA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996696" y="4857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reputable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E3ABE63-2A07-4794-BD07-7D0733745B06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controversial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6A78078-B1FA-4910-8F24-A7C0B6334204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centralized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82F1B116-769D-4CCF-A87E-0863181CFDA3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7639F3C4-2799-43E9-A2E7-267559380141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6B63911B-FF56-463F-9B8C-397B15BC31A9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B268C228-284D-426E-B232-1CDBC95557E1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BFEA10E8-74D6-4646-975E-B6E32F458C5D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3" name="TitleBackground">
              <a:extLst>
                <a:ext uri="{FF2B5EF4-FFF2-40B4-BE49-F238E27FC236}">
                  <a16:creationId xmlns:a16="http://schemas.microsoft.com/office/drawing/2014/main" id="{02B436AB-E1E7-40A5-98D9-0DFFF29212DC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>
              <a:extLst>
                <a:ext uri="{FF2B5EF4-FFF2-40B4-BE49-F238E27FC236}">
                  <a16:creationId xmlns:a16="http://schemas.microsoft.com/office/drawing/2014/main" id="{9E57F05C-2DA0-46AE-856D-544777099E7C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>
              <a:extLst>
                <a:ext uri="{FF2B5EF4-FFF2-40B4-BE49-F238E27FC236}">
                  <a16:creationId xmlns:a16="http://schemas.microsoft.com/office/drawing/2014/main" id="{B291742E-0021-4014-8515-94A4C1206700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>
              <a:extLst>
                <a:ext uri="{FF2B5EF4-FFF2-40B4-BE49-F238E27FC236}">
                  <a16:creationId xmlns:a16="http://schemas.microsoft.com/office/drawing/2014/main" id="{06FF1B68-ABBC-45BD-8908-1AD7C898D35E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38636D8D-4FB1-4A1C-8686-CDFD2103AA3E}"/>
              </a:ext>
            </a:extLst>
          </p:cNvPr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332664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750DE06-19C2-4A3B-B654-638A4E5C295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1500" y="635000"/>
            <a:ext cx="4768596" cy="28575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17. The team leader agreed to _______ the project, ensuring all deadlines are met and resources are allocated efficiently.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473EA16-8F33-46FA-B07F-4A47C744295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abandon 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4684198-0F9A-44A7-9D3D-13FB3DE2C4AA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996696" y="4857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delegate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E3ABE63-2A07-4794-BD07-7D0733745B06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undertake 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6A78078-B1FA-4910-8F24-A7C0B6334204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supervise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82F1B116-769D-4CCF-A87E-0863181CFDA3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7639F3C4-2799-43E9-A2E7-267559380141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6B63911B-FF56-463F-9B8C-397B15BC31A9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B268C228-284D-426E-B232-1CDBC95557E1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BFEA10E8-74D6-4646-975E-B6E32F458C5D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3" name="TitleBackground">
              <a:extLst>
                <a:ext uri="{FF2B5EF4-FFF2-40B4-BE49-F238E27FC236}">
                  <a16:creationId xmlns:a16="http://schemas.microsoft.com/office/drawing/2014/main" id="{02B436AB-E1E7-40A5-98D9-0DFFF29212DC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>
              <a:extLst>
                <a:ext uri="{FF2B5EF4-FFF2-40B4-BE49-F238E27FC236}">
                  <a16:creationId xmlns:a16="http://schemas.microsoft.com/office/drawing/2014/main" id="{9E57F05C-2DA0-46AE-856D-544777099E7C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>
              <a:extLst>
                <a:ext uri="{FF2B5EF4-FFF2-40B4-BE49-F238E27FC236}">
                  <a16:creationId xmlns:a16="http://schemas.microsoft.com/office/drawing/2014/main" id="{B291742E-0021-4014-8515-94A4C1206700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>
              <a:extLst>
                <a:ext uri="{FF2B5EF4-FFF2-40B4-BE49-F238E27FC236}">
                  <a16:creationId xmlns:a16="http://schemas.microsoft.com/office/drawing/2014/main" id="{06FF1B68-ABBC-45BD-8908-1AD7C898D35E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38636D8D-4FB1-4A1C-8686-CDFD2103AA3E}"/>
              </a:ext>
            </a:extLst>
          </p:cNvPr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02119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750DE06-19C2-4A3B-B654-638A4E5C295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1500" y="635000"/>
            <a:ext cx="4768596" cy="28575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18. Parents are _______ for their children’s safety under the law, even when they are not physically present.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473EA16-8F33-46FA-B07F-4A47C744295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reluctant 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4684198-0F9A-44A7-9D3D-13FB3DE2C4AA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996696" y="4857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immune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E3ABE63-2A07-4794-BD07-7D0733745B06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grateful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6A78078-B1FA-4910-8F24-A7C0B6334204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liable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82F1B116-769D-4CCF-A87E-0863181CFDA3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7639F3C4-2799-43E9-A2E7-267559380141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6B63911B-FF56-463F-9B8C-397B15BC31A9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B268C228-284D-426E-B232-1CDBC95557E1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BFEA10E8-74D6-4646-975E-B6E32F458C5D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3" name="TitleBackground">
              <a:extLst>
                <a:ext uri="{FF2B5EF4-FFF2-40B4-BE49-F238E27FC236}">
                  <a16:creationId xmlns:a16="http://schemas.microsoft.com/office/drawing/2014/main" id="{02B436AB-E1E7-40A5-98D9-0DFFF29212DC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>
              <a:extLst>
                <a:ext uri="{FF2B5EF4-FFF2-40B4-BE49-F238E27FC236}">
                  <a16:creationId xmlns:a16="http://schemas.microsoft.com/office/drawing/2014/main" id="{9E57F05C-2DA0-46AE-856D-544777099E7C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>
              <a:extLst>
                <a:ext uri="{FF2B5EF4-FFF2-40B4-BE49-F238E27FC236}">
                  <a16:creationId xmlns:a16="http://schemas.microsoft.com/office/drawing/2014/main" id="{B291742E-0021-4014-8515-94A4C1206700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>
              <a:extLst>
                <a:ext uri="{FF2B5EF4-FFF2-40B4-BE49-F238E27FC236}">
                  <a16:creationId xmlns:a16="http://schemas.microsoft.com/office/drawing/2014/main" id="{06FF1B68-ABBC-45BD-8908-1AD7C898D35E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38636D8D-4FB1-4A1C-8686-CDFD2103AA3E}"/>
              </a:ext>
            </a:extLst>
          </p:cNvPr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564458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750DE06-19C2-4A3B-B654-638A4E5C295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1500" y="635000"/>
            <a:ext cx="4768596" cy="28575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19. As the largest shareholder, she holds a _______ position in the boardroom, often influencing major decisions.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473EA16-8F33-46FA-B07F-4A47C744295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passive 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4684198-0F9A-44A7-9D3D-13FB3DE2C4AA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996696" y="4857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dominant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E3ABE63-2A07-4794-BD07-7D0733745B06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42999" y="6000750"/>
            <a:ext cx="4000501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supportive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6A78078-B1FA-4910-8F24-A7C0B6334204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symbolic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82F1B116-769D-4CCF-A87E-0863181CFDA3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7639F3C4-2799-43E9-A2E7-267559380141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6B63911B-FF56-463F-9B8C-397B15BC31A9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B268C228-284D-426E-B232-1CDBC95557E1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BFEA10E8-74D6-4646-975E-B6E32F458C5D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3" name="TitleBackground">
              <a:extLst>
                <a:ext uri="{FF2B5EF4-FFF2-40B4-BE49-F238E27FC236}">
                  <a16:creationId xmlns:a16="http://schemas.microsoft.com/office/drawing/2014/main" id="{02B436AB-E1E7-40A5-98D9-0DFFF29212DC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>
              <a:extLst>
                <a:ext uri="{FF2B5EF4-FFF2-40B4-BE49-F238E27FC236}">
                  <a16:creationId xmlns:a16="http://schemas.microsoft.com/office/drawing/2014/main" id="{9E57F05C-2DA0-46AE-856D-544777099E7C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>
              <a:extLst>
                <a:ext uri="{FF2B5EF4-FFF2-40B4-BE49-F238E27FC236}">
                  <a16:creationId xmlns:a16="http://schemas.microsoft.com/office/drawing/2014/main" id="{B291742E-0021-4014-8515-94A4C1206700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>
              <a:extLst>
                <a:ext uri="{FF2B5EF4-FFF2-40B4-BE49-F238E27FC236}">
                  <a16:creationId xmlns:a16="http://schemas.microsoft.com/office/drawing/2014/main" id="{06FF1B68-ABBC-45BD-8908-1AD7C898D35E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38636D8D-4FB1-4A1C-8686-CDFD2103AA3E}"/>
              </a:ext>
            </a:extLst>
          </p:cNvPr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235902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750DE06-19C2-4A3B-B654-638A4E5C295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1500" y="635000"/>
            <a:ext cx="4768596" cy="28575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20. Economists _______ that the recession could worsen if interest rates remain unchanged.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473EA16-8F33-46FA-B07F-4A47C744295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measure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4684198-0F9A-44A7-9D3D-13FB3DE2C4AA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996696" y="4857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deny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E3ABE63-2A07-4794-BD07-7D0733745B06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overlook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6A78078-B1FA-4910-8F24-A7C0B6334204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speculate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82F1B116-769D-4CCF-A87E-0863181CFDA3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7639F3C4-2799-43E9-A2E7-267559380141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6B63911B-FF56-463F-9B8C-397B15BC31A9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B268C228-284D-426E-B232-1CDBC95557E1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BFEA10E8-74D6-4646-975E-B6E32F458C5D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3" name="TitleBackground">
              <a:extLst>
                <a:ext uri="{FF2B5EF4-FFF2-40B4-BE49-F238E27FC236}">
                  <a16:creationId xmlns:a16="http://schemas.microsoft.com/office/drawing/2014/main" id="{02B436AB-E1E7-40A5-98D9-0DFFF29212DC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>
              <a:extLst>
                <a:ext uri="{FF2B5EF4-FFF2-40B4-BE49-F238E27FC236}">
                  <a16:creationId xmlns:a16="http://schemas.microsoft.com/office/drawing/2014/main" id="{9E57F05C-2DA0-46AE-856D-544777099E7C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>
              <a:extLst>
                <a:ext uri="{FF2B5EF4-FFF2-40B4-BE49-F238E27FC236}">
                  <a16:creationId xmlns:a16="http://schemas.microsoft.com/office/drawing/2014/main" id="{B291742E-0021-4014-8515-94A4C1206700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>
              <a:extLst>
                <a:ext uri="{FF2B5EF4-FFF2-40B4-BE49-F238E27FC236}">
                  <a16:creationId xmlns:a16="http://schemas.microsoft.com/office/drawing/2014/main" id="{06FF1B68-ABBC-45BD-8908-1AD7C898D35E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38636D8D-4FB1-4A1C-8686-CDFD2103AA3E}"/>
              </a:ext>
            </a:extLst>
          </p:cNvPr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65117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750DE06-19C2-4A3B-B654-638A4E5C295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1500" y="635000"/>
            <a:ext cx="4768596" cy="28575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21. Sarah is _______ environmental justice and volunteers weekly at local clean-up events.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473EA16-8F33-46FA-B07F-4A47C744295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passionate about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4684198-0F9A-44A7-9D3D-13FB3DE2C4AA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996696" y="4857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bored with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E3ABE63-2A07-4794-BD07-7D0733745B06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indifferent to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6A78078-B1FA-4910-8F24-A7C0B6334204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annoyed by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82F1B116-769D-4CCF-A87E-0863181CFDA3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7639F3C4-2799-43E9-A2E7-267559380141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6B63911B-FF56-463F-9B8C-397B15BC31A9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B268C228-284D-426E-B232-1CDBC95557E1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BFEA10E8-74D6-4646-975E-B6E32F458C5D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3" name="TitleBackground">
              <a:extLst>
                <a:ext uri="{FF2B5EF4-FFF2-40B4-BE49-F238E27FC236}">
                  <a16:creationId xmlns:a16="http://schemas.microsoft.com/office/drawing/2014/main" id="{02B436AB-E1E7-40A5-98D9-0DFFF29212DC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>
              <a:extLst>
                <a:ext uri="{FF2B5EF4-FFF2-40B4-BE49-F238E27FC236}">
                  <a16:creationId xmlns:a16="http://schemas.microsoft.com/office/drawing/2014/main" id="{9E57F05C-2DA0-46AE-856D-544777099E7C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>
              <a:extLst>
                <a:ext uri="{FF2B5EF4-FFF2-40B4-BE49-F238E27FC236}">
                  <a16:creationId xmlns:a16="http://schemas.microsoft.com/office/drawing/2014/main" id="{B291742E-0021-4014-8515-94A4C1206700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>
              <a:extLst>
                <a:ext uri="{FF2B5EF4-FFF2-40B4-BE49-F238E27FC236}">
                  <a16:creationId xmlns:a16="http://schemas.microsoft.com/office/drawing/2014/main" id="{06FF1B68-ABBC-45BD-8908-1AD7C898D35E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38636D8D-4FB1-4A1C-8686-CDFD2103AA3E}"/>
              </a:ext>
            </a:extLst>
          </p:cNvPr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106796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750DE06-19C2-4A3B-B654-638A4E5C295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1500" y="635000"/>
            <a:ext cx="4768596" cy="28575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22. He became _______ video games, neglecting work and relationships as his obsession grew.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473EA16-8F33-46FA-B07F-4A47C744295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cautious about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4684198-0F9A-44A7-9D3D-13FB3DE2C4AA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996696" y="4857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tolerant of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E3ABE63-2A07-4794-BD07-7D0733745B06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passionate about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6A78078-B1FA-4910-8F24-A7C0B6334204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obsessed with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82F1B116-769D-4CCF-A87E-0863181CFDA3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7639F3C4-2799-43E9-A2E7-267559380141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6B63911B-FF56-463F-9B8C-397B15BC31A9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B268C228-284D-426E-B232-1CDBC95557E1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BFEA10E8-74D6-4646-975E-B6E32F458C5D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3" name="TitleBackground">
              <a:extLst>
                <a:ext uri="{FF2B5EF4-FFF2-40B4-BE49-F238E27FC236}">
                  <a16:creationId xmlns:a16="http://schemas.microsoft.com/office/drawing/2014/main" id="{02B436AB-E1E7-40A5-98D9-0DFFF29212DC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>
              <a:extLst>
                <a:ext uri="{FF2B5EF4-FFF2-40B4-BE49-F238E27FC236}">
                  <a16:creationId xmlns:a16="http://schemas.microsoft.com/office/drawing/2014/main" id="{9E57F05C-2DA0-46AE-856D-544777099E7C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>
              <a:extLst>
                <a:ext uri="{FF2B5EF4-FFF2-40B4-BE49-F238E27FC236}">
                  <a16:creationId xmlns:a16="http://schemas.microsoft.com/office/drawing/2014/main" id="{B291742E-0021-4014-8515-94A4C1206700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>
              <a:extLst>
                <a:ext uri="{FF2B5EF4-FFF2-40B4-BE49-F238E27FC236}">
                  <a16:creationId xmlns:a16="http://schemas.microsoft.com/office/drawing/2014/main" id="{06FF1B68-ABBC-45BD-8908-1AD7C898D35E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38636D8D-4FB1-4A1C-8686-CDFD2103AA3E}"/>
              </a:ext>
            </a:extLst>
          </p:cNvPr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91322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750DE06-19C2-4A3B-B654-638A4E5C295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1500" y="635000"/>
            <a:ext cx="4768596" cy="28575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23. Visitors gazed _______ at the ancient temple’s intricate carvings, marveling at its historical significance.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473EA16-8F33-46FA-B07F-4A47C744295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with ease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4684198-0F9A-44A7-9D3D-13FB3DE2C4AA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169289" y="4857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in awe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E3ABE63-2A07-4794-BD07-7D0733745B06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69289" y="6000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by accident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6A78078-B1FA-4910-8F24-A7C0B6334204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on purpose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82F1B116-769D-4CCF-A87E-0863181CFDA3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7639F3C4-2799-43E9-A2E7-267559380141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6B63911B-FF56-463F-9B8C-397B15BC31A9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B268C228-284D-426E-B232-1CDBC95557E1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BFEA10E8-74D6-4646-975E-B6E32F458C5D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3" name="TitleBackground">
              <a:extLst>
                <a:ext uri="{FF2B5EF4-FFF2-40B4-BE49-F238E27FC236}">
                  <a16:creationId xmlns:a16="http://schemas.microsoft.com/office/drawing/2014/main" id="{02B436AB-E1E7-40A5-98D9-0DFFF29212DC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>
              <a:extLst>
                <a:ext uri="{FF2B5EF4-FFF2-40B4-BE49-F238E27FC236}">
                  <a16:creationId xmlns:a16="http://schemas.microsoft.com/office/drawing/2014/main" id="{9E57F05C-2DA0-46AE-856D-544777099E7C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>
              <a:extLst>
                <a:ext uri="{FF2B5EF4-FFF2-40B4-BE49-F238E27FC236}">
                  <a16:creationId xmlns:a16="http://schemas.microsoft.com/office/drawing/2014/main" id="{B291742E-0021-4014-8515-94A4C1206700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>
              <a:extLst>
                <a:ext uri="{FF2B5EF4-FFF2-40B4-BE49-F238E27FC236}">
                  <a16:creationId xmlns:a16="http://schemas.microsoft.com/office/drawing/2014/main" id="{06FF1B68-ABBC-45BD-8908-1AD7C898D35E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38636D8D-4FB1-4A1C-8686-CDFD2103AA3E}"/>
              </a:ext>
            </a:extLst>
          </p:cNvPr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675105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750DE06-19C2-4A3B-B654-638A4E5C295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1500" y="635000"/>
            <a:ext cx="4768596" cy="28575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24. The student’s math grades this term have been consistently ________, so the teacher suggested extra tutoring.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473EA16-8F33-46FA-B07F-4A47C744295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beyond measure 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4684198-0F9A-44A7-9D3D-13FB3DE2C4AA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169289" y="4857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on track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E3ABE63-2A07-4794-BD07-7D0733745B06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69289" y="6000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not up to par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6A78078-B1FA-4910-8F24-A7C0B6334204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state-of-the-art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82F1B116-769D-4CCF-A87E-0863181CFDA3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7639F3C4-2799-43E9-A2E7-267559380141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6B63911B-FF56-463F-9B8C-397B15BC31A9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B268C228-284D-426E-B232-1CDBC95557E1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BFEA10E8-74D6-4646-975E-B6E32F458C5D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3" name="TitleBackground">
              <a:extLst>
                <a:ext uri="{FF2B5EF4-FFF2-40B4-BE49-F238E27FC236}">
                  <a16:creationId xmlns:a16="http://schemas.microsoft.com/office/drawing/2014/main" id="{02B436AB-E1E7-40A5-98D9-0DFFF29212DC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>
              <a:extLst>
                <a:ext uri="{FF2B5EF4-FFF2-40B4-BE49-F238E27FC236}">
                  <a16:creationId xmlns:a16="http://schemas.microsoft.com/office/drawing/2014/main" id="{9E57F05C-2DA0-46AE-856D-544777099E7C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>
              <a:extLst>
                <a:ext uri="{FF2B5EF4-FFF2-40B4-BE49-F238E27FC236}">
                  <a16:creationId xmlns:a16="http://schemas.microsoft.com/office/drawing/2014/main" id="{B291742E-0021-4014-8515-94A4C1206700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>
              <a:extLst>
                <a:ext uri="{FF2B5EF4-FFF2-40B4-BE49-F238E27FC236}">
                  <a16:creationId xmlns:a16="http://schemas.microsoft.com/office/drawing/2014/main" id="{06FF1B68-ABBC-45BD-8908-1AD7C898D35E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38636D8D-4FB1-4A1C-8686-CDFD2103AA3E}"/>
              </a:ext>
            </a:extLst>
          </p:cNvPr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460879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750DE06-19C2-4A3B-B654-638A4E5C295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1500" y="635000"/>
            <a:ext cx="4768596" cy="28575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25. The leader was furious because the report wasn’t submitted on time, which _______ the entire team.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473EA16-8F33-46FA-B07F-4A47C744295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threw out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4684198-0F9A-44A7-9D3D-13FB3DE2C4AA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169289" y="4857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turned out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E3ABE63-2A07-4794-BD07-7D0733745B06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69289" y="6000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let down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6A78078-B1FA-4910-8F24-A7C0B6334204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let out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82F1B116-769D-4CCF-A87E-0863181CFDA3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7639F3C4-2799-43E9-A2E7-267559380141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6B63911B-FF56-463F-9B8C-397B15BC31A9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B268C228-284D-426E-B232-1CDBC95557E1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BFEA10E8-74D6-4646-975E-B6E32F458C5D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3" name="TitleBackground">
              <a:extLst>
                <a:ext uri="{FF2B5EF4-FFF2-40B4-BE49-F238E27FC236}">
                  <a16:creationId xmlns:a16="http://schemas.microsoft.com/office/drawing/2014/main" id="{02B436AB-E1E7-40A5-98D9-0DFFF29212DC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>
              <a:extLst>
                <a:ext uri="{FF2B5EF4-FFF2-40B4-BE49-F238E27FC236}">
                  <a16:creationId xmlns:a16="http://schemas.microsoft.com/office/drawing/2014/main" id="{9E57F05C-2DA0-46AE-856D-544777099E7C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>
              <a:extLst>
                <a:ext uri="{FF2B5EF4-FFF2-40B4-BE49-F238E27FC236}">
                  <a16:creationId xmlns:a16="http://schemas.microsoft.com/office/drawing/2014/main" id="{B291742E-0021-4014-8515-94A4C1206700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>
              <a:extLst>
                <a:ext uri="{FF2B5EF4-FFF2-40B4-BE49-F238E27FC236}">
                  <a16:creationId xmlns:a16="http://schemas.microsoft.com/office/drawing/2014/main" id="{06FF1B68-ABBC-45BD-8908-1AD7C898D35E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38636D8D-4FB1-4A1C-8686-CDFD2103AA3E}"/>
              </a:ext>
            </a:extLst>
          </p:cNvPr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196170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750DE06-19C2-4A3B-B654-638A4E5C295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1500" y="635000"/>
            <a:ext cx="4768596" cy="28575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26. The professor encouraged students to _______ about the project during office hours for research guidance.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473EA16-8F33-46FA-B07F-4A47C744295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throw her ideas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4684198-0F9A-44A7-9D3D-13FB3DE2C4AA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169289" y="4857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turn her out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E3ABE63-2A07-4794-BD07-7D0733745B06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69289" y="6000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stand by her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6A78078-B1FA-4910-8F24-A7C0B6334204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pick her brains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82F1B116-769D-4CCF-A87E-0863181CFDA3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7639F3C4-2799-43E9-A2E7-267559380141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6B63911B-FF56-463F-9B8C-397B15BC31A9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B268C228-284D-426E-B232-1CDBC95557E1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BFEA10E8-74D6-4646-975E-B6E32F458C5D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3" name="TitleBackground">
              <a:extLst>
                <a:ext uri="{FF2B5EF4-FFF2-40B4-BE49-F238E27FC236}">
                  <a16:creationId xmlns:a16="http://schemas.microsoft.com/office/drawing/2014/main" id="{02B436AB-E1E7-40A5-98D9-0DFFF29212DC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>
              <a:extLst>
                <a:ext uri="{FF2B5EF4-FFF2-40B4-BE49-F238E27FC236}">
                  <a16:creationId xmlns:a16="http://schemas.microsoft.com/office/drawing/2014/main" id="{9E57F05C-2DA0-46AE-856D-544777099E7C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>
              <a:extLst>
                <a:ext uri="{FF2B5EF4-FFF2-40B4-BE49-F238E27FC236}">
                  <a16:creationId xmlns:a16="http://schemas.microsoft.com/office/drawing/2014/main" id="{B291742E-0021-4014-8515-94A4C1206700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>
              <a:extLst>
                <a:ext uri="{FF2B5EF4-FFF2-40B4-BE49-F238E27FC236}">
                  <a16:creationId xmlns:a16="http://schemas.microsoft.com/office/drawing/2014/main" id="{06FF1B68-ABBC-45BD-8908-1AD7C898D35E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38636D8D-4FB1-4A1C-8686-CDFD2103AA3E}"/>
              </a:ext>
            </a:extLst>
          </p:cNvPr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151018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750DE06-19C2-4A3B-B654-638A4E5C295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1500" y="635000"/>
            <a:ext cx="4768596" cy="28575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algn="just"/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27. After completing his foundational courses, he decided to formalize his academic priorities by ______ economics and ______ sociology as complementary fields.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473EA16-8F33-46FA-B07F-4A47C744295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specializing in; generalizing in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4684198-0F9A-44A7-9D3D-13FB3DE2C4AA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088136" y="4857750"/>
            <a:ext cx="4087368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focusing on; skimming through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E3ABE63-2A07-4794-BD07-7D0733745B06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088136" y="6000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majoring in; minoring in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6A78078-B1FA-4910-8F24-A7C0B6334204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43000" y="7143750"/>
            <a:ext cx="4197096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dominating in; generalizing in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82F1B116-769D-4CCF-A87E-0863181CFDA3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7639F3C4-2799-43E9-A2E7-267559380141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6B63911B-FF56-463F-9B8C-397B15BC31A9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B268C228-284D-426E-B232-1CDBC95557E1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BFEA10E8-74D6-4646-975E-B6E32F458C5D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3" name="TitleBackground">
              <a:extLst>
                <a:ext uri="{FF2B5EF4-FFF2-40B4-BE49-F238E27FC236}">
                  <a16:creationId xmlns:a16="http://schemas.microsoft.com/office/drawing/2014/main" id="{02B436AB-E1E7-40A5-98D9-0DFFF29212DC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>
              <a:extLst>
                <a:ext uri="{FF2B5EF4-FFF2-40B4-BE49-F238E27FC236}">
                  <a16:creationId xmlns:a16="http://schemas.microsoft.com/office/drawing/2014/main" id="{9E57F05C-2DA0-46AE-856D-544777099E7C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>
              <a:extLst>
                <a:ext uri="{FF2B5EF4-FFF2-40B4-BE49-F238E27FC236}">
                  <a16:creationId xmlns:a16="http://schemas.microsoft.com/office/drawing/2014/main" id="{B291742E-0021-4014-8515-94A4C1206700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>
              <a:extLst>
                <a:ext uri="{FF2B5EF4-FFF2-40B4-BE49-F238E27FC236}">
                  <a16:creationId xmlns:a16="http://schemas.microsoft.com/office/drawing/2014/main" id="{06FF1B68-ABBC-45BD-8908-1AD7C898D35E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38636D8D-4FB1-4A1C-8686-CDFD2103AA3E}"/>
              </a:ext>
            </a:extLst>
          </p:cNvPr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581680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750DE06-19C2-4A3B-B654-638A4E5C295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38411" y="635000"/>
            <a:ext cx="4705089" cy="28575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algn="just"/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28.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Drawing from her extensive training in classical literature and decades of research experience, her encyclopedic knowledge of ancient myths and philosophies serves as a ___ of inspiration in her writing.</a:t>
            </a:r>
            <a:endParaRPr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473EA16-8F33-46FA-B07F-4A47C744295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source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4684198-0F9A-44A7-9D3D-13FB3DE2C4AA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996696" y="4857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origin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E3ABE63-2A07-4794-BD07-7D0733745B06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reservoir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6A78078-B1FA-4910-8F24-A7C0B6334204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reservation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82F1B116-769D-4CCF-A87E-0863181CFDA3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7639F3C4-2799-43E9-A2E7-267559380141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6B63911B-FF56-463F-9B8C-397B15BC31A9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B268C228-284D-426E-B232-1CDBC95557E1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BFEA10E8-74D6-4646-975E-B6E32F458C5D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3" name="TitleBackground">
              <a:extLst>
                <a:ext uri="{FF2B5EF4-FFF2-40B4-BE49-F238E27FC236}">
                  <a16:creationId xmlns:a16="http://schemas.microsoft.com/office/drawing/2014/main" id="{02B436AB-E1E7-40A5-98D9-0DFFF29212DC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>
              <a:extLst>
                <a:ext uri="{FF2B5EF4-FFF2-40B4-BE49-F238E27FC236}">
                  <a16:creationId xmlns:a16="http://schemas.microsoft.com/office/drawing/2014/main" id="{9E57F05C-2DA0-46AE-856D-544777099E7C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>
              <a:extLst>
                <a:ext uri="{FF2B5EF4-FFF2-40B4-BE49-F238E27FC236}">
                  <a16:creationId xmlns:a16="http://schemas.microsoft.com/office/drawing/2014/main" id="{B291742E-0021-4014-8515-94A4C1206700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>
              <a:extLst>
                <a:ext uri="{FF2B5EF4-FFF2-40B4-BE49-F238E27FC236}">
                  <a16:creationId xmlns:a16="http://schemas.microsoft.com/office/drawing/2014/main" id="{06FF1B68-ABBC-45BD-8908-1AD7C898D35E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38636D8D-4FB1-4A1C-8686-CDFD2103AA3E}"/>
              </a:ext>
            </a:extLst>
          </p:cNvPr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810147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750DE06-19C2-4A3B-B654-638A4E5C295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29. Contrary to predictions, the experiment _______ a groundbreaking discovery that challenged existing theories.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473EA16-8F33-46FA-B07F-4A47C744295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turned in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4684198-0F9A-44A7-9D3D-13FB3DE2C4AA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996696" y="4857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turned out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E3ABE63-2A07-4794-BD07-7D0733745B06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turned into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6A78078-B1FA-4910-8F24-A7C0B6334204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turned up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82F1B116-769D-4CCF-A87E-0863181CFDA3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7639F3C4-2799-43E9-A2E7-267559380141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6B63911B-FF56-463F-9B8C-397B15BC31A9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B268C228-284D-426E-B232-1CDBC95557E1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BFEA10E8-74D6-4646-975E-B6E32F458C5D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3" name="TitleBackground">
              <a:extLst>
                <a:ext uri="{FF2B5EF4-FFF2-40B4-BE49-F238E27FC236}">
                  <a16:creationId xmlns:a16="http://schemas.microsoft.com/office/drawing/2014/main" id="{02B436AB-E1E7-40A5-98D9-0DFFF29212DC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>
              <a:extLst>
                <a:ext uri="{FF2B5EF4-FFF2-40B4-BE49-F238E27FC236}">
                  <a16:creationId xmlns:a16="http://schemas.microsoft.com/office/drawing/2014/main" id="{9E57F05C-2DA0-46AE-856D-544777099E7C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>
              <a:extLst>
                <a:ext uri="{FF2B5EF4-FFF2-40B4-BE49-F238E27FC236}">
                  <a16:creationId xmlns:a16="http://schemas.microsoft.com/office/drawing/2014/main" id="{B291742E-0021-4014-8515-94A4C1206700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>
              <a:extLst>
                <a:ext uri="{FF2B5EF4-FFF2-40B4-BE49-F238E27FC236}">
                  <a16:creationId xmlns:a16="http://schemas.microsoft.com/office/drawing/2014/main" id="{06FF1B68-ABBC-45BD-8908-1AD7C898D35E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38636D8D-4FB1-4A1C-8686-CDFD2103AA3E}"/>
              </a:ext>
            </a:extLst>
          </p:cNvPr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576607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750DE06-19C2-4A3B-B654-638A4E5C295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30. During the heated debate, he suddenly _______ a wild idea, surprising everyone in the room.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473EA16-8F33-46FA-B07F-4A47C744295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threw out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4684198-0F9A-44A7-9D3D-13FB3DE2C4AA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996696" y="4857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came up with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E3ABE63-2A07-4794-BD07-7D0733745B06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held back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6A78078-B1FA-4910-8F24-A7C0B6334204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pointed out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82F1B116-769D-4CCF-A87E-0863181CFDA3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7639F3C4-2799-43E9-A2E7-267559380141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6B63911B-FF56-463F-9B8C-397B15BC31A9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B268C228-284D-426E-B232-1CDBC95557E1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BFEA10E8-74D6-4646-975E-B6E32F458C5D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3" name="TitleBackground">
              <a:extLst>
                <a:ext uri="{FF2B5EF4-FFF2-40B4-BE49-F238E27FC236}">
                  <a16:creationId xmlns:a16="http://schemas.microsoft.com/office/drawing/2014/main" id="{02B436AB-E1E7-40A5-98D9-0DFFF29212DC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>
              <a:extLst>
                <a:ext uri="{FF2B5EF4-FFF2-40B4-BE49-F238E27FC236}">
                  <a16:creationId xmlns:a16="http://schemas.microsoft.com/office/drawing/2014/main" id="{9E57F05C-2DA0-46AE-856D-544777099E7C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>
              <a:extLst>
                <a:ext uri="{FF2B5EF4-FFF2-40B4-BE49-F238E27FC236}">
                  <a16:creationId xmlns:a16="http://schemas.microsoft.com/office/drawing/2014/main" id="{B291742E-0021-4014-8515-94A4C1206700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>
              <a:extLst>
                <a:ext uri="{FF2B5EF4-FFF2-40B4-BE49-F238E27FC236}">
                  <a16:creationId xmlns:a16="http://schemas.microsoft.com/office/drawing/2014/main" id="{06FF1B68-ABBC-45BD-8908-1AD7C898D35E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38636D8D-4FB1-4A1C-8686-CDFD2103AA3E}"/>
              </a:ext>
            </a:extLst>
          </p:cNvPr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5178519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APER" val="PaperTitl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APER" val="PaperScor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</TotalTime>
  <Words>1338</Words>
  <Application>Microsoft Office PowerPoint</Application>
  <PresentationFormat>全屏显示(16:10)</PresentationFormat>
  <Paragraphs>334</Paragraphs>
  <Slides>31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38" baseType="lpstr">
      <vt:lpstr>等线</vt:lpstr>
      <vt:lpstr>宋体</vt:lpstr>
      <vt:lpstr>微软雅黑</vt:lpstr>
      <vt:lpstr>微软雅黑</vt:lpstr>
      <vt:lpstr>Arial</vt:lpstr>
      <vt:lpstr>Times New Roman</vt:lpstr>
      <vt:lpstr>Office 主题​​</vt:lpstr>
      <vt:lpstr>B2U2 词汇练习题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B1U2 词汇练习题</dc:title>
  <dc:creator>Qing Z</dc:creator>
  <cp:lastModifiedBy>春华 钱</cp:lastModifiedBy>
  <cp:revision>22</cp:revision>
  <dcterms:created xsi:type="dcterms:W3CDTF">2024-09-29T11:47:42Z</dcterms:created>
  <dcterms:modified xsi:type="dcterms:W3CDTF">2026-02-26T05:42:07Z</dcterms:modified>
</cp:coreProperties>
</file>
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7" r:id="rId18"/>
    <p:sldId id="289" r:id="rId19"/>
    <p:sldId id="290" r:id="rId20"/>
    <p:sldId id="291" r:id="rId21"/>
    <p:sldId id="292" r:id="rId22"/>
    <p:sldId id="294" r:id="rId23"/>
    <p:sldId id="293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</p:sldIdLst>
  <p:sldSz cx="5715000" cy="9144000" type="screen16x10"/>
  <p:notesSz cx="6858000" cy="9144000"/>
  <p:defaultTextStyle>
    <a:defPPr>
      <a:defRPr lang="zh-CN"/>
    </a:defPPr>
    <a:lvl1pPr marL="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1pPr>
    <a:lvl2pPr marL="35687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2pPr>
    <a:lvl3pPr marL="71310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3pPr>
    <a:lvl4pPr marL="106997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4pPr>
    <a:lvl5pPr marL="142621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6pPr>
    <a:lvl7pPr marL="213995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7pPr>
    <a:lvl8pPr marL="249618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8pPr>
    <a:lvl9pPr marL="285305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237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6080" rtl="0" eaLnBrk="1" latinLnBrk="0" hangingPunct="1">
        <a:lnSpc>
          <a:spcPct val="90000"/>
        </a:lnSpc>
        <a:spcBef>
          <a:spcPct val="0"/>
        </a:spcBef>
        <a:buNone/>
        <a:defRPr sz="18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520" indent="-96520" algn="l" defTabSz="386080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1pPr>
      <a:lvl2pPr marL="28956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48196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5" kern="1200">
          <a:solidFill>
            <a:schemeClr val="tx1"/>
          </a:solidFill>
          <a:latin typeface="+mn-lt"/>
          <a:ea typeface="+mn-ea"/>
          <a:cs typeface="+mn-cs"/>
        </a:defRPr>
      </a:lvl3pPr>
      <a:lvl4pPr marL="67500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804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108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49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53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57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304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608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48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56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60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01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386080" rtl="0" eaLnBrk="1" latinLnBrk="0" hangingPunct="1">
        <a:lnSpc>
          <a:spcPct val="90000"/>
        </a:lnSpc>
        <a:spcBef>
          <a:spcPct val="0"/>
        </a:spcBef>
        <a:buNone/>
        <a:defRPr sz="18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520" indent="-96520" algn="l" defTabSz="386080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1pPr>
      <a:lvl2pPr marL="28956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48196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5" kern="1200">
          <a:solidFill>
            <a:schemeClr val="tx1"/>
          </a:solidFill>
          <a:latin typeface="+mn-lt"/>
          <a:ea typeface="+mn-ea"/>
          <a:cs typeface="+mn-cs"/>
        </a:defRPr>
      </a:lvl3pPr>
      <a:lvl4pPr marL="67500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804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108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49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53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57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304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608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48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56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60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01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pn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.png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image" Target="../media/image1.png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image" Target="../media/image1.png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18" Type="http://schemas.openxmlformats.org/officeDocument/2006/relationships/image" Target="../media/image1.png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6" Type="http://schemas.openxmlformats.org/officeDocument/2006/relationships/tags" Target="../tags/tag82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tags" Target="../tags/tag8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tags" Target="../tags/tag95.xml"/><Relationship Id="rId18" Type="http://schemas.openxmlformats.org/officeDocument/2006/relationships/image" Target="../media/image1.png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10" Type="http://schemas.openxmlformats.org/officeDocument/2006/relationships/tags" Target="../tags/tag9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tags" Target="../tags/tag111.xml"/><Relationship Id="rId18" Type="http://schemas.openxmlformats.org/officeDocument/2006/relationships/image" Target="../media/image1.png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10" Type="http://schemas.openxmlformats.org/officeDocument/2006/relationships/tags" Target="../tags/tag108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13" Type="http://schemas.openxmlformats.org/officeDocument/2006/relationships/tags" Target="../tags/tag127.xml"/><Relationship Id="rId18" Type="http://schemas.openxmlformats.org/officeDocument/2006/relationships/image" Target="../media/image1.png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12" Type="http://schemas.openxmlformats.org/officeDocument/2006/relationships/tags" Target="../tags/tag12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6" Type="http://schemas.openxmlformats.org/officeDocument/2006/relationships/tags" Target="../tags/tag130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11" Type="http://schemas.openxmlformats.org/officeDocument/2006/relationships/tags" Target="../tags/tag125.xml"/><Relationship Id="rId5" Type="http://schemas.openxmlformats.org/officeDocument/2006/relationships/tags" Target="../tags/tag119.xml"/><Relationship Id="rId15" Type="http://schemas.openxmlformats.org/officeDocument/2006/relationships/tags" Target="../tags/tag129.xml"/><Relationship Id="rId10" Type="http://schemas.openxmlformats.org/officeDocument/2006/relationships/tags" Target="../tags/tag124.xml"/><Relationship Id="rId4" Type="http://schemas.openxmlformats.org/officeDocument/2006/relationships/tags" Target="../tags/tag118.xml"/><Relationship Id="rId9" Type="http://schemas.openxmlformats.org/officeDocument/2006/relationships/tags" Target="../tags/tag123.xml"/><Relationship Id="rId14" Type="http://schemas.openxmlformats.org/officeDocument/2006/relationships/tags" Target="../tags/tag12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13" Type="http://schemas.openxmlformats.org/officeDocument/2006/relationships/tags" Target="../tags/tag143.xml"/><Relationship Id="rId18" Type="http://schemas.openxmlformats.org/officeDocument/2006/relationships/image" Target="../media/image1.png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12" Type="http://schemas.openxmlformats.org/officeDocument/2006/relationships/tags" Target="../tags/tag14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32.xml"/><Relationship Id="rId16" Type="http://schemas.openxmlformats.org/officeDocument/2006/relationships/tags" Target="../tags/tag146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tags" Target="../tags/tag141.xml"/><Relationship Id="rId5" Type="http://schemas.openxmlformats.org/officeDocument/2006/relationships/tags" Target="../tags/tag135.xml"/><Relationship Id="rId15" Type="http://schemas.openxmlformats.org/officeDocument/2006/relationships/tags" Target="../tags/tag145.xml"/><Relationship Id="rId10" Type="http://schemas.openxmlformats.org/officeDocument/2006/relationships/tags" Target="../tags/tag140.xml"/><Relationship Id="rId4" Type="http://schemas.openxmlformats.org/officeDocument/2006/relationships/tags" Target="../tags/tag134.xml"/><Relationship Id="rId9" Type="http://schemas.openxmlformats.org/officeDocument/2006/relationships/tags" Target="../tags/tag139.xml"/><Relationship Id="rId14" Type="http://schemas.openxmlformats.org/officeDocument/2006/relationships/tags" Target="../tags/tag14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18" Type="http://schemas.openxmlformats.org/officeDocument/2006/relationships/image" Target="../media/image1.png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48.xml"/><Relationship Id="rId16" Type="http://schemas.openxmlformats.org/officeDocument/2006/relationships/tags" Target="../tags/tag162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5" Type="http://schemas.openxmlformats.org/officeDocument/2006/relationships/tags" Target="../tags/tag161.xml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tags" Target="../tags/tag16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70.xml"/><Relationship Id="rId13" Type="http://schemas.openxmlformats.org/officeDocument/2006/relationships/tags" Target="../tags/tag175.xml"/><Relationship Id="rId18" Type="http://schemas.openxmlformats.org/officeDocument/2006/relationships/image" Target="../media/image1.png"/><Relationship Id="rId3" Type="http://schemas.openxmlformats.org/officeDocument/2006/relationships/tags" Target="../tags/tag165.xml"/><Relationship Id="rId7" Type="http://schemas.openxmlformats.org/officeDocument/2006/relationships/tags" Target="../tags/tag169.xml"/><Relationship Id="rId12" Type="http://schemas.openxmlformats.org/officeDocument/2006/relationships/tags" Target="../tags/tag17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64.xml"/><Relationship Id="rId16" Type="http://schemas.openxmlformats.org/officeDocument/2006/relationships/tags" Target="../tags/tag178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11" Type="http://schemas.openxmlformats.org/officeDocument/2006/relationships/tags" Target="../tags/tag173.xml"/><Relationship Id="rId5" Type="http://schemas.openxmlformats.org/officeDocument/2006/relationships/tags" Target="../tags/tag167.xml"/><Relationship Id="rId15" Type="http://schemas.openxmlformats.org/officeDocument/2006/relationships/tags" Target="../tags/tag177.xml"/><Relationship Id="rId10" Type="http://schemas.openxmlformats.org/officeDocument/2006/relationships/tags" Target="../tags/tag172.xml"/><Relationship Id="rId4" Type="http://schemas.openxmlformats.org/officeDocument/2006/relationships/tags" Target="../tags/tag166.xml"/><Relationship Id="rId9" Type="http://schemas.openxmlformats.org/officeDocument/2006/relationships/tags" Target="../tags/tag171.xml"/><Relationship Id="rId14" Type="http://schemas.openxmlformats.org/officeDocument/2006/relationships/tags" Target="../tags/tag17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86.xml"/><Relationship Id="rId13" Type="http://schemas.openxmlformats.org/officeDocument/2006/relationships/tags" Target="../tags/tag191.xml"/><Relationship Id="rId18" Type="http://schemas.openxmlformats.org/officeDocument/2006/relationships/image" Target="../media/image1.png"/><Relationship Id="rId3" Type="http://schemas.openxmlformats.org/officeDocument/2006/relationships/tags" Target="../tags/tag181.xml"/><Relationship Id="rId7" Type="http://schemas.openxmlformats.org/officeDocument/2006/relationships/tags" Target="../tags/tag185.xml"/><Relationship Id="rId12" Type="http://schemas.openxmlformats.org/officeDocument/2006/relationships/tags" Target="../tags/tag19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80.xml"/><Relationship Id="rId16" Type="http://schemas.openxmlformats.org/officeDocument/2006/relationships/tags" Target="../tags/tag194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11" Type="http://schemas.openxmlformats.org/officeDocument/2006/relationships/tags" Target="../tags/tag189.xml"/><Relationship Id="rId5" Type="http://schemas.openxmlformats.org/officeDocument/2006/relationships/tags" Target="../tags/tag183.xml"/><Relationship Id="rId15" Type="http://schemas.openxmlformats.org/officeDocument/2006/relationships/tags" Target="../tags/tag193.xml"/><Relationship Id="rId10" Type="http://schemas.openxmlformats.org/officeDocument/2006/relationships/tags" Target="../tags/tag188.xml"/><Relationship Id="rId4" Type="http://schemas.openxmlformats.org/officeDocument/2006/relationships/tags" Target="../tags/tag182.xml"/><Relationship Id="rId9" Type="http://schemas.openxmlformats.org/officeDocument/2006/relationships/tags" Target="../tags/tag187.xml"/><Relationship Id="rId14" Type="http://schemas.openxmlformats.org/officeDocument/2006/relationships/tags" Target="../tags/tag19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02.xml"/><Relationship Id="rId13" Type="http://schemas.openxmlformats.org/officeDocument/2006/relationships/tags" Target="../tags/tag207.xml"/><Relationship Id="rId18" Type="http://schemas.openxmlformats.org/officeDocument/2006/relationships/image" Target="../media/image1.png"/><Relationship Id="rId3" Type="http://schemas.openxmlformats.org/officeDocument/2006/relationships/tags" Target="../tags/tag197.xml"/><Relationship Id="rId7" Type="http://schemas.openxmlformats.org/officeDocument/2006/relationships/tags" Target="../tags/tag201.xml"/><Relationship Id="rId12" Type="http://schemas.openxmlformats.org/officeDocument/2006/relationships/tags" Target="../tags/tag20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96.xml"/><Relationship Id="rId16" Type="http://schemas.openxmlformats.org/officeDocument/2006/relationships/tags" Target="../tags/tag210.xml"/><Relationship Id="rId1" Type="http://schemas.openxmlformats.org/officeDocument/2006/relationships/tags" Target="../tags/tag195.xml"/><Relationship Id="rId6" Type="http://schemas.openxmlformats.org/officeDocument/2006/relationships/tags" Target="../tags/tag200.xml"/><Relationship Id="rId11" Type="http://schemas.openxmlformats.org/officeDocument/2006/relationships/tags" Target="../tags/tag205.xml"/><Relationship Id="rId5" Type="http://schemas.openxmlformats.org/officeDocument/2006/relationships/tags" Target="../tags/tag199.xml"/><Relationship Id="rId15" Type="http://schemas.openxmlformats.org/officeDocument/2006/relationships/tags" Target="../tags/tag209.xml"/><Relationship Id="rId10" Type="http://schemas.openxmlformats.org/officeDocument/2006/relationships/tags" Target="../tags/tag204.xml"/><Relationship Id="rId4" Type="http://schemas.openxmlformats.org/officeDocument/2006/relationships/tags" Target="../tags/tag198.xml"/><Relationship Id="rId9" Type="http://schemas.openxmlformats.org/officeDocument/2006/relationships/tags" Target="../tags/tag203.xml"/><Relationship Id="rId14" Type="http://schemas.openxmlformats.org/officeDocument/2006/relationships/tags" Target="../tags/tag20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18.xml"/><Relationship Id="rId13" Type="http://schemas.openxmlformats.org/officeDocument/2006/relationships/tags" Target="../tags/tag223.xml"/><Relationship Id="rId18" Type="http://schemas.openxmlformats.org/officeDocument/2006/relationships/image" Target="../media/image1.png"/><Relationship Id="rId3" Type="http://schemas.openxmlformats.org/officeDocument/2006/relationships/tags" Target="../tags/tag213.xml"/><Relationship Id="rId7" Type="http://schemas.openxmlformats.org/officeDocument/2006/relationships/tags" Target="../tags/tag217.xml"/><Relationship Id="rId12" Type="http://schemas.openxmlformats.org/officeDocument/2006/relationships/tags" Target="../tags/tag22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12.xml"/><Relationship Id="rId16" Type="http://schemas.openxmlformats.org/officeDocument/2006/relationships/tags" Target="../tags/tag226.xml"/><Relationship Id="rId1" Type="http://schemas.openxmlformats.org/officeDocument/2006/relationships/tags" Target="../tags/tag211.xml"/><Relationship Id="rId6" Type="http://schemas.openxmlformats.org/officeDocument/2006/relationships/tags" Target="../tags/tag216.xml"/><Relationship Id="rId11" Type="http://schemas.openxmlformats.org/officeDocument/2006/relationships/tags" Target="../tags/tag221.xml"/><Relationship Id="rId5" Type="http://schemas.openxmlformats.org/officeDocument/2006/relationships/tags" Target="../tags/tag215.xml"/><Relationship Id="rId15" Type="http://schemas.openxmlformats.org/officeDocument/2006/relationships/tags" Target="../tags/tag225.xml"/><Relationship Id="rId10" Type="http://schemas.openxmlformats.org/officeDocument/2006/relationships/tags" Target="../tags/tag220.xml"/><Relationship Id="rId4" Type="http://schemas.openxmlformats.org/officeDocument/2006/relationships/tags" Target="../tags/tag214.xml"/><Relationship Id="rId9" Type="http://schemas.openxmlformats.org/officeDocument/2006/relationships/tags" Target="../tags/tag219.xml"/><Relationship Id="rId14" Type="http://schemas.openxmlformats.org/officeDocument/2006/relationships/tags" Target="../tags/tag22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13" Type="http://schemas.openxmlformats.org/officeDocument/2006/relationships/tags" Target="../tags/tag239.xml"/><Relationship Id="rId18" Type="http://schemas.openxmlformats.org/officeDocument/2006/relationships/image" Target="../media/image1.png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tags" Target="../tags/tag238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228.xml"/><Relationship Id="rId16" Type="http://schemas.openxmlformats.org/officeDocument/2006/relationships/tags" Target="../tags/tag242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tags" Target="../tags/tag237.xml"/><Relationship Id="rId5" Type="http://schemas.openxmlformats.org/officeDocument/2006/relationships/tags" Target="../tags/tag231.xml"/><Relationship Id="rId15" Type="http://schemas.openxmlformats.org/officeDocument/2006/relationships/tags" Target="../tags/tag241.xml"/><Relationship Id="rId10" Type="http://schemas.openxmlformats.org/officeDocument/2006/relationships/tags" Target="../tags/tag236.xml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4" Type="http://schemas.openxmlformats.org/officeDocument/2006/relationships/tags" Target="../tags/tag24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250.xml"/><Relationship Id="rId13" Type="http://schemas.openxmlformats.org/officeDocument/2006/relationships/tags" Target="../tags/tag255.xml"/><Relationship Id="rId18" Type="http://schemas.openxmlformats.org/officeDocument/2006/relationships/image" Target="../media/image1.png"/><Relationship Id="rId3" Type="http://schemas.openxmlformats.org/officeDocument/2006/relationships/tags" Target="../tags/tag245.xml"/><Relationship Id="rId7" Type="http://schemas.openxmlformats.org/officeDocument/2006/relationships/tags" Target="../tags/tag249.xml"/><Relationship Id="rId12" Type="http://schemas.openxmlformats.org/officeDocument/2006/relationships/tags" Target="../tags/tag254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244.xml"/><Relationship Id="rId16" Type="http://schemas.openxmlformats.org/officeDocument/2006/relationships/tags" Target="../tags/tag258.xml"/><Relationship Id="rId1" Type="http://schemas.openxmlformats.org/officeDocument/2006/relationships/tags" Target="../tags/tag243.xml"/><Relationship Id="rId6" Type="http://schemas.openxmlformats.org/officeDocument/2006/relationships/tags" Target="../tags/tag248.xml"/><Relationship Id="rId11" Type="http://schemas.openxmlformats.org/officeDocument/2006/relationships/tags" Target="../tags/tag253.xml"/><Relationship Id="rId5" Type="http://schemas.openxmlformats.org/officeDocument/2006/relationships/tags" Target="../tags/tag247.xml"/><Relationship Id="rId15" Type="http://schemas.openxmlformats.org/officeDocument/2006/relationships/tags" Target="../tags/tag257.xml"/><Relationship Id="rId10" Type="http://schemas.openxmlformats.org/officeDocument/2006/relationships/tags" Target="../tags/tag252.xml"/><Relationship Id="rId4" Type="http://schemas.openxmlformats.org/officeDocument/2006/relationships/tags" Target="../tags/tag246.xml"/><Relationship Id="rId9" Type="http://schemas.openxmlformats.org/officeDocument/2006/relationships/tags" Target="../tags/tag251.xml"/><Relationship Id="rId14" Type="http://schemas.openxmlformats.org/officeDocument/2006/relationships/tags" Target="../tags/tag25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266.xml"/><Relationship Id="rId13" Type="http://schemas.openxmlformats.org/officeDocument/2006/relationships/tags" Target="../tags/tag271.xml"/><Relationship Id="rId18" Type="http://schemas.openxmlformats.org/officeDocument/2006/relationships/image" Target="../media/image1.png"/><Relationship Id="rId3" Type="http://schemas.openxmlformats.org/officeDocument/2006/relationships/tags" Target="../tags/tag261.xml"/><Relationship Id="rId7" Type="http://schemas.openxmlformats.org/officeDocument/2006/relationships/tags" Target="../tags/tag265.xml"/><Relationship Id="rId12" Type="http://schemas.openxmlformats.org/officeDocument/2006/relationships/tags" Target="../tags/tag270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260.xml"/><Relationship Id="rId16" Type="http://schemas.openxmlformats.org/officeDocument/2006/relationships/tags" Target="../tags/tag274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11" Type="http://schemas.openxmlformats.org/officeDocument/2006/relationships/tags" Target="../tags/tag269.xml"/><Relationship Id="rId5" Type="http://schemas.openxmlformats.org/officeDocument/2006/relationships/tags" Target="../tags/tag263.xml"/><Relationship Id="rId15" Type="http://schemas.openxmlformats.org/officeDocument/2006/relationships/tags" Target="../tags/tag273.xml"/><Relationship Id="rId10" Type="http://schemas.openxmlformats.org/officeDocument/2006/relationships/tags" Target="../tags/tag268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4" Type="http://schemas.openxmlformats.org/officeDocument/2006/relationships/tags" Target="../tags/tag27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82.xml"/><Relationship Id="rId13" Type="http://schemas.openxmlformats.org/officeDocument/2006/relationships/tags" Target="../tags/tag287.xml"/><Relationship Id="rId18" Type="http://schemas.openxmlformats.org/officeDocument/2006/relationships/image" Target="../media/image1.png"/><Relationship Id="rId3" Type="http://schemas.openxmlformats.org/officeDocument/2006/relationships/tags" Target="../tags/tag277.xml"/><Relationship Id="rId7" Type="http://schemas.openxmlformats.org/officeDocument/2006/relationships/tags" Target="../tags/tag281.xml"/><Relationship Id="rId12" Type="http://schemas.openxmlformats.org/officeDocument/2006/relationships/tags" Target="../tags/tag286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276.xml"/><Relationship Id="rId16" Type="http://schemas.openxmlformats.org/officeDocument/2006/relationships/tags" Target="../tags/tag290.xml"/><Relationship Id="rId1" Type="http://schemas.openxmlformats.org/officeDocument/2006/relationships/tags" Target="../tags/tag275.xml"/><Relationship Id="rId6" Type="http://schemas.openxmlformats.org/officeDocument/2006/relationships/tags" Target="../tags/tag280.xml"/><Relationship Id="rId11" Type="http://schemas.openxmlformats.org/officeDocument/2006/relationships/tags" Target="../tags/tag285.xml"/><Relationship Id="rId5" Type="http://schemas.openxmlformats.org/officeDocument/2006/relationships/tags" Target="../tags/tag279.xml"/><Relationship Id="rId15" Type="http://schemas.openxmlformats.org/officeDocument/2006/relationships/tags" Target="../tags/tag289.xml"/><Relationship Id="rId10" Type="http://schemas.openxmlformats.org/officeDocument/2006/relationships/tags" Target="../tags/tag284.xml"/><Relationship Id="rId4" Type="http://schemas.openxmlformats.org/officeDocument/2006/relationships/tags" Target="../tags/tag278.xml"/><Relationship Id="rId9" Type="http://schemas.openxmlformats.org/officeDocument/2006/relationships/tags" Target="../tags/tag283.xml"/><Relationship Id="rId14" Type="http://schemas.openxmlformats.org/officeDocument/2006/relationships/tags" Target="../tags/tag28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98.xml"/><Relationship Id="rId13" Type="http://schemas.openxmlformats.org/officeDocument/2006/relationships/tags" Target="../tags/tag303.xml"/><Relationship Id="rId18" Type="http://schemas.openxmlformats.org/officeDocument/2006/relationships/image" Target="../media/image1.png"/><Relationship Id="rId3" Type="http://schemas.openxmlformats.org/officeDocument/2006/relationships/tags" Target="../tags/tag293.xml"/><Relationship Id="rId7" Type="http://schemas.openxmlformats.org/officeDocument/2006/relationships/tags" Target="../tags/tag297.xml"/><Relationship Id="rId12" Type="http://schemas.openxmlformats.org/officeDocument/2006/relationships/tags" Target="../tags/tag302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292.xml"/><Relationship Id="rId16" Type="http://schemas.openxmlformats.org/officeDocument/2006/relationships/tags" Target="../tags/tag306.xml"/><Relationship Id="rId1" Type="http://schemas.openxmlformats.org/officeDocument/2006/relationships/tags" Target="../tags/tag291.xml"/><Relationship Id="rId6" Type="http://schemas.openxmlformats.org/officeDocument/2006/relationships/tags" Target="../tags/tag296.xml"/><Relationship Id="rId11" Type="http://schemas.openxmlformats.org/officeDocument/2006/relationships/tags" Target="../tags/tag301.xml"/><Relationship Id="rId5" Type="http://schemas.openxmlformats.org/officeDocument/2006/relationships/tags" Target="../tags/tag295.xml"/><Relationship Id="rId15" Type="http://schemas.openxmlformats.org/officeDocument/2006/relationships/tags" Target="../tags/tag305.xml"/><Relationship Id="rId10" Type="http://schemas.openxmlformats.org/officeDocument/2006/relationships/tags" Target="../tags/tag300.xml"/><Relationship Id="rId4" Type="http://schemas.openxmlformats.org/officeDocument/2006/relationships/tags" Target="../tags/tag294.xml"/><Relationship Id="rId9" Type="http://schemas.openxmlformats.org/officeDocument/2006/relationships/tags" Target="../tags/tag299.xml"/><Relationship Id="rId14" Type="http://schemas.openxmlformats.org/officeDocument/2006/relationships/tags" Target="../tags/tag30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314.xml"/><Relationship Id="rId13" Type="http://schemas.openxmlformats.org/officeDocument/2006/relationships/tags" Target="../tags/tag319.xml"/><Relationship Id="rId18" Type="http://schemas.openxmlformats.org/officeDocument/2006/relationships/image" Target="../media/image1.png"/><Relationship Id="rId3" Type="http://schemas.openxmlformats.org/officeDocument/2006/relationships/tags" Target="../tags/tag309.xml"/><Relationship Id="rId7" Type="http://schemas.openxmlformats.org/officeDocument/2006/relationships/tags" Target="../tags/tag313.xml"/><Relationship Id="rId12" Type="http://schemas.openxmlformats.org/officeDocument/2006/relationships/tags" Target="../tags/tag318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308.xml"/><Relationship Id="rId16" Type="http://schemas.openxmlformats.org/officeDocument/2006/relationships/tags" Target="../tags/tag322.xml"/><Relationship Id="rId1" Type="http://schemas.openxmlformats.org/officeDocument/2006/relationships/tags" Target="../tags/tag307.xml"/><Relationship Id="rId6" Type="http://schemas.openxmlformats.org/officeDocument/2006/relationships/tags" Target="../tags/tag312.xml"/><Relationship Id="rId11" Type="http://schemas.openxmlformats.org/officeDocument/2006/relationships/tags" Target="../tags/tag317.xml"/><Relationship Id="rId5" Type="http://schemas.openxmlformats.org/officeDocument/2006/relationships/tags" Target="../tags/tag311.xml"/><Relationship Id="rId15" Type="http://schemas.openxmlformats.org/officeDocument/2006/relationships/tags" Target="../tags/tag321.xml"/><Relationship Id="rId10" Type="http://schemas.openxmlformats.org/officeDocument/2006/relationships/tags" Target="../tags/tag316.xml"/><Relationship Id="rId4" Type="http://schemas.openxmlformats.org/officeDocument/2006/relationships/tags" Target="../tags/tag310.xml"/><Relationship Id="rId9" Type="http://schemas.openxmlformats.org/officeDocument/2006/relationships/tags" Target="../tags/tag315.xml"/><Relationship Id="rId14" Type="http://schemas.openxmlformats.org/officeDocument/2006/relationships/tags" Target="../tags/tag32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330.xml"/><Relationship Id="rId13" Type="http://schemas.openxmlformats.org/officeDocument/2006/relationships/tags" Target="../tags/tag335.xml"/><Relationship Id="rId18" Type="http://schemas.openxmlformats.org/officeDocument/2006/relationships/image" Target="../media/image1.png"/><Relationship Id="rId3" Type="http://schemas.openxmlformats.org/officeDocument/2006/relationships/tags" Target="../tags/tag325.xml"/><Relationship Id="rId7" Type="http://schemas.openxmlformats.org/officeDocument/2006/relationships/tags" Target="../tags/tag329.xml"/><Relationship Id="rId12" Type="http://schemas.openxmlformats.org/officeDocument/2006/relationships/tags" Target="../tags/tag334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324.xml"/><Relationship Id="rId16" Type="http://schemas.openxmlformats.org/officeDocument/2006/relationships/tags" Target="../tags/tag338.xml"/><Relationship Id="rId1" Type="http://schemas.openxmlformats.org/officeDocument/2006/relationships/tags" Target="../tags/tag323.xml"/><Relationship Id="rId6" Type="http://schemas.openxmlformats.org/officeDocument/2006/relationships/tags" Target="../tags/tag328.xml"/><Relationship Id="rId11" Type="http://schemas.openxmlformats.org/officeDocument/2006/relationships/tags" Target="../tags/tag333.xml"/><Relationship Id="rId5" Type="http://schemas.openxmlformats.org/officeDocument/2006/relationships/tags" Target="../tags/tag327.xml"/><Relationship Id="rId15" Type="http://schemas.openxmlformats.org/officeDocument/2006/relationships/tags" Target="../tags/tag337.xml"/><Relationship Id="rId10" Type="http://schemas.openxmlformats.org/officeDocument/2006/relationships/tags" Target="../tags/tag332.xml"/><Relationship Id="rId4" Type="http://schemas.openxmlformats.org/officeDocument/2006/relationships/tags" Target="../tags/tag326.xml"/><Relationship Id="rId9" Type="http://schemas.openxmlformats.org/officeDocument/2006/relationships/tags" Target="../tags/tag331.xml"/><Relationship Id="rId14" Type="http://schemas.openxmlformats.org/officeDocument/2006/relationships/tags" Target="../tags/tag33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346.xml"/><Relationship Id="rId13" Type="http://schemas.openxmlformats.org/officeDocument/2006/relationships/tags" Target="../tags/tag351.xml"/><Relationship Id="rId18" Type="http://schemas.openxmlformats.org/officeDocument/2006/relationships/image" Target="../media/image1.png"/><Relationship Id="rId3" Type="http://schemas.openxmlformats.org/officeDocument/2006/relationships/tags" Target="../tags/tag341.xml"/><Relationship Id="rId7" Type="http://schemas.openxmlformats.org/officeDocument/2006/relationships/tags" Target="../tags/tag345.xml"/><Relationship Id="rId12" Type="http://schemas.openxmlformats.org/officeDocument/2006/relationships/tags" Target="../tags/tag350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340.xml"/><Relationship Id="rId16" Type="http://schemas.openxmlformats.org/officeDocument/2006/relationships/tags" Target="../tags/tag354.xml"/><Relationship Id="rId1" Type="http://schemas.openxmlformats.org/officeDocument/2006/relationships/tags" Target="../tags/tag339.xml"/><Relationship Id="rId6" Type="http://schemas.openxmlformats.org/officeDocument/2006/relationships/tags" Target="../tags/tag344.xml"/><Relationship Id="rId11" Type="http://schemas.openxmlformats.org/officeDocument/2006/relationships/tags" Target="../tags/tag349.xml"/><Relationship Id="rId5" Type="http://schemas.openxmlformats.org/officeDocument/2006/relationships/tags" Target="../tags/tag343.xml"/><Relationship Id="rId15" Type="http://schemas.openxmlformats.org/officeDocument/2006/relationships/tags" Target="../tags/tag353.xml"/><Relationship Id="rId10" Type="http://schemas.openxmlformats.org/officeDocument/2006/relationships/tags" Target="../tags/tag348.xml"/><Relationship Id="rId4" Type="http://schemas.openxmlformats.org/officeDocument/2006/relationships/tags" Target="../tags/tag342.xml"/><Relationship Id="rId9" Type="http://schemas.openxmlformats.org/officeDocument/2006/relationships/tags" Target="../tags/tag347.xml"/><Relationship Id="rId14" Type="http://schemas.openxmlformats.org/officeDocument/2006/relationships/tags" Target="../tags/tag35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362.xml"/><Relationship Id="rId13" Type="http://schemas.openxmlformats.org/officeDocument/2006/relationships/tags" Target="../tags/tag367.xml"/><Relationship Id="rId18" Type="http://schemas.openxmlformats.org/officeDocument/2006/relationships/image" Target="../media/image1.png"/><Relationship Id="rId3" Type="http://schemas.openxmlformats.org/officeDocument/2006/relationships/tags" Target="../tags/tag357.xml"/><Relationship Id="rId7" Type="http://schemas.openxmlformats.org/officeDocument/2006/relationships/tags" Target="../tags/tag361.xml"/><Relationship Id="rId12" Type="http://schemas.openxmlformats.org/officeDocument/2006/relationships/tags" Target="../tags/tag366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356.xml"/><Relationship Id="rId16" Type="http://schemas.openxmlformats.org/officeDocument/2006/relationships/tags" Target="../tags/tag370.xml"/><Relationship Id="rId1" Type="http://schemas.openxmlformats.org/officeDocument/2006/relationships/tags" Target="../tags/tag355.xml"/><Relationship Id="rId6" Type="http://schemas.openxmlformats.org/officeDocument/2006/relationships/tags" Target="../tags/tag360.xml"/><Relationship Id="rId11" Type="http://schemas.openxmlformats.org/officeDocument/2006/relationships/tags" Target="../tags/tag365.xml"/><Relationship Id="rId5" Type="http://schemas.openxmlformats.org/officeDocument/2006/relationships/tags" Target="../tags/tag359.xml"/><Relationship Id="rId15" Type="http://schemas.openxmlformats.org/officeDocument/2006/relationships/tags" Target="../tags/tag369.xml"/><Relationship Id="rId10" Type="http://schemas.openxmlformats.org/officeDocument/2006/relationships/tags" Target="../tags/tag364.xml"/><Relationship Id="rId4" Type="http://schemas.openxmlformats.org/officeDocument/2006/relationships/tags" Target="../tags/tag358.xml"/><Relationship Id="rId9" Type="http://schemas.openxmlformats.org/officeDocument/2006/relationships/tags" Target="../tags/tag363.xml"/><Relationship Id="rId14" Type="http://schemas.openxmlformats.org/officeDocument/2006/relationships/tags" Target="../tags/tag36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378.xml"/><Relationship Id="rId13" Type="http://schemas.openxmlformats.org/officeDocument/2006/relationships/tags" Target="../tags/tag383.xml"/><Relationship Id="rId18" Type="http://schemas.openxmlformats.org/officeDocument/2006/relationships/image" Target="../media/image1.png"/><Relationship Id="rId3" Type="http://schemas.openxmlformats.org/officeDocument/2006/relationships/tags" Target="../tags/tag373.xml"/><Relationship Id="rId7" Type="http://schemas.openxmlformats.org/officeDocument/2006/relationships/tags" Target="../tags/tag377.xml"/><Relationship Id="rId12" Type="http://schemas.openxmlformats.org/officeDocument/2006/relationships/tags" Target="../tags/tag382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372.xml"/><Relationship Id="rId16" Type="http://schemas.openxmlformats.org/officeDocument/2006/relationships/tags" Target="../tags/tag386.xml"/><Relationship Id="rId1" Type="http://schemas.openxmlformats.org/officeDocument/2006/relationships/tags" Target="../tags/tag371.xml"/><Relationship Id="rId6" Type="http://schemas.openxmlformats.org/officeDocument/2006/relationships/tags" Target="../tags/tag376.xml"/><Relationship Id="rId11" Type="http://schemas.openxmlformats.org/officeDocument/2006/relationships/tags" Target="../tags/tag381.xml"/><Relationship Id="rId5" Type="http://schemas.openxmlformats.org/officeDocument/2006/relationships/tags" Target="../tags/tag375.xml"/><Relationship Id="rId15" Type="http://schemas.openxmlformats.org/officeDocument/2006/relationships/tags" Target="../tags/tag385.xml"/><Relationship Id="rId10" Type="http://schemas.openxmlformats.org/officeDocument/2006/relationships/tags" Target="../tags/tag380.xml"/><Relationship Id="rId4" Type="http://schemas.openxmlformats.org/officeDocument/2006/relationships/tags" Target="../tags/tag374.xml"/><Relationship Id="rId9" Type="http://schemas.openxmlformats.org/officeDocument/2006/relationships/tags" Target="../tags/tag379.xml"/><Relationship Id="rId14" Type="http://schemas.openxmlformats.org/officeDocument/2006/relationships/tags" Target="../tags/tag38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394.xml"/><Relationship Id="rId13" Type="http://schemas.openxmlformats.org/officeDocument/2006/relationships/tags" Target="../tags/tag399.xml"/><Relationship Id="rId18" Type="http://schemas.openxmlformats.org/officeDocument/2006/relationships/image" Target="../media/image1.png"/><Relationship Id="rId3" Type="http://schemas.openxmlformats.org/officeDocument/2006/relationships/tags" Target="../tags/tag389.xml"/><Relationship Id="rId7" Type="http://schemas.openxmlformats.org/officeDocument/2006/relationships/tags" Target="../tags/tag393.xml"/><Relationship Id="rId12" Type="http://schemas.openxmlformats.org/officeDocument/2006/relationships/tags" Target="../tags/tag398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388.xml"/><Relationship Id="rId16" Type="http://schemas.openxmlformats.org/officeDocument/2006/relationships/tags" Target="../tags/tag402.xml"/><Relationship Id="rId1" Type="http://schemas.openxmlformats.org/officeDocument/2006/relationships/tags" Target="../tags/tag387.xml"/><Relationship Id="rId6" Type="http://schemas.openxmlformats.org/officeDocument/2006/relationships/tags" Target="../tags/tag392.xml"/><Relationship Id="rId11" Type="http://schemas.openxmlformats.org/officeDocument/2006/relationships/tags" Target="../tags/tag397.xml"/><Relationship Id="rId5" Type="http://schemas.openxmlformats.org/officeDocument/2006/relationships/tags" Target="../tags/tag391.xml"/><Relationship Id="rId15" Type="http://schemas.openxmlformats.org/officeDocument/2006/relationships/tags" Target="../tags/tag401.xml"/><Relationship Id="rId10" Type="http://schemas.openxmlformats.org/officeDocument/2006/relationships/tags" Target="../tags/tag396.xml"/><Relationship Id="rId4" Type="http://schemas.openxmlformats.org/officeDocument/2006/relationships/tags" Target="../tags/tag390.xml"/><Relationship Id="rId9" Type="http://schemas.openxmlformats.org/officeDocument/2006/relationships/tags" Target="../tags/tag395.xml"/><Relationship Id="rId14" Type="http://schemas.openxmlformats.org/officeDocument/2006/relationships/tags" Target="../tags/tag40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410.xml"/><Relationship Id="rId13" Type="http://schemas.openxmlformats.org/officeDocument/2006/relationships/tags" Target="../tags/tag415.xml"/><Relationship Id="rId18" Type="http://schemas.openxmlformats.org/officeDocument/2006/relationships/image" Target="../media/image1.png"/><Relationship Id="rId3" Type="http://schemas.openxmlformats.org/officeDocument/2006/relationships/tags" Target="../tags/tag405.xml"/><Relationship Id="rId7" Type="http://schemas.openxmlformats.org/officeDocument/2006/relationships/tags" Target="../tags/tag409.xml"/><Relationship Id="rId12" Type="http://schemas.openxmlformats.org/officeDocument/2006/relationships/tags" Target="../tags/tag414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404.xml"/><Relationship Id="rId16" Type="http://schemas.openxmlformats.org/officeDocument/2006/relationships/tags" Target="../tags/tag418.xml"/><Relationship Id="rId1" Type="http://schemas.openxmlformats.org/officeDocument/2006/relationships/tags" Target="../tags/tag403.xml"/><Relationship Id="rId6" Type="http://schemas.openxmlformats.org/officeDocument/2006/relationships/tags" Target="../tags/tag408.xml"/><Relationship Id="rId11" Type="http://schemas.openxmlformats.org/officeDocument/2006/relationships/tags" Target="../tags/tag413.xml"/><Relationship Id="rId5" Type="http://schemas.openxmlformats.org/officeDocument/2006/relationships/tags" Target="../tags/tag407.xml"/><Relationship Id="rId15" Type="http://schemas.openxmlformats.org/officeDocument/2006/relationships/tags" Target="../tags/tag417.xml"/><Relationship Id="rId10" Type="http://schemas.openxmlformats.org/officeDocument/2006/relationships/tags" Target="../tags/tag412.xml"/><Relationship Id="rId4" Type="http://schemas.openxmlformats.org/officeDocument/2006/relationships/tags" Target="../tags/tag406.xml"/><Relationship Id="rId9" Type="http://schemas.openxmlformats.org/officeDocument/2006/relationships/tags" Target="../tags/tag411.xml"/><Relationship Id="rId14" Type="http://schemas.openxmlformats.org/officeDocument/2006/relationships/tags" Target="../tags/tag41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426.xml"/><Relationship Id="rId13" Type="http://schemas.openxmlformats.org/officeDocument/2006/relationships/tags" Target="../tags/tag431.xml"/><Relationship Id="rId18" Type="http://schemas.openxmlformats.org/officeDocument/2006/relationships/image" Target="../media/image1.png"/><Relationship Id="rId3" Type="http://schemas.openxmlformats.org/officeDocument/2006/relationships/tags" Target="../tags/tag421.xml"/><Relationship Id="rId7" Type="http://schemas.openxmlformats.org/officeDocument/2006/relationships/tags" Target="../tags/tag425.xml"/><Relationship Id="rId12" Type="http://schemas.openxmlformats.org/officeDocument/2006/relationships/tags" Target="../tags/tag430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420.xml"/><Relationship Id="rId16" Type="http://schemas.openxmlformats.org/officeDocument/2006/relationships/tags" Target="../tags/tag434.xml"/><Relationship Id="rId1" Type="http://schemas.openxmlformats.org/officeDocument/2006/relationships/tags" Target="../tags/tag419.xml"/><Relationship Id="rId6" Type="http://schemas.openxmlformats.org/officeDocument/2006/relationships/tags" Target="../tags/tag424.xml"/><Relationship Id="rId11" Type="http://schemas.openxmlformats.org/officeDocument/2006/relationships/tags" Target="../tags/tag429.xml"/><Relationship Id="rId5" Type="http://schemas.openxmlformats.org/officeDocument/2006/relationships/tags" Target="../tags/tag423.xml"/><Relationship Id="rId15" Type="http://schemas.openxmlformats.org/officeDocument/2006/relationships/tags" Target="../tags/tag433.xml"/><Relationship Id="rId10" Type="http://schemas.openxmlformats.org/officeDocument/2006/relationships/tags" Target="../tags/tag428.xml"/><Relationship Id="rId4" Type="http://schemas.openxmlformats.org/officeDocument/2006/relationships/tags" Target="../tags/tag422.xml"/><Relationship Id="rId9" Type="http://schemas.openxmlformats.org/officeDocument/2006/relationships/tags" Target="../tags/tag427.xml"/><Relationship Id="rId14" Type="http://schemas.openxmlformats.org/officeDocument/2006/relationships/tags" Target="../tags/tag43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442.xml"/><Relationship Id="rId13" Type="http://schemas.openxmlformats.org/officeDocument/2006/relationships/tags" Target="../tags/tag447.xml"/><Relationship Id="rId18" Type="http://schemas.openxmlformats.org/officeDocument/2006/relationships/image" Target="../media/image1.png"/><Relationship Id="rId3" Type="http://schemas.openxmlformats.org/officeDocument/2006/relationships/tags" Target="../tags/tag437.xml"/><Relationship Id="rId7" Type="http://schemas.openxmlformats.org/officeDocument/2006/relationships/tags" Target="../tags/tag441.xml"/><Relationship Id="rId12" Type="http://schemas.openxmlformats.org/officeDocument/2006/relationships/tags" Target="../tags/tag446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436.xml"/><Relationship Id="rId16" Type="http://schemas.openxmlformats.org/officeDocument/2006/relationships/tags" Target="../tags/tag450.xml"/><Relationship Id="rId1" Type="http://schemas.openxmlformats.org/officeDocument/2006/relationships/tags" Target="../tags/tag435.xml"/><Relationship Id="rId6" Type="http://schemas.openxmlformats.org/officeDocument/2006/relationships/tags" Target="../tags/tag440.xml"/><Relationship Id="rId11" Type="http://schemas.openxmlformats.org/officeDocument/2006/relationships/tags" Target="../tags/tag445.xml"/><Relationship Id="rId5" Type="http://schemas.openxmlformats.org/officeDocument/2006/relationships/tags" Target="../tags/tag439.xml"/><Relationship Id="rId15" Type="http://schemas.openxmlformats.org/officeDocument/2006/relationships/tags" Target="../tags/tag449.xml"/><Relationship Id="rId10" Type="http://schemas.openxmlformats.org/officeDocument/2006/relationships/tags" Target="../tags/tag444.xml"/><Relationship Id="rId4" Type="http://schemas.openxmlformats.org/officeDocument/2006/relationships/tags" Target="../tags/tag438.xml"/><Relationship Id="rId9" Type="http://schemas.openxmlformats.org/officeDocument/2006/relationships/tags" Target="../tags/tag443.xml"/><Relationship Id="rId14" Type="http://schemas.openxmlformats.org/officeDocument/2006/relationships/tags" Target="../tags/tag448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458.xml"/><Relationship Id="rId13" Type="http://schemas.openxmlformats.org/officeDocument/2006/relationships/tags" Target="../tags/tag463.xml"/><Relationship Id="rId18" Type="http://schemas.openxmlformats.org/officeDocument/2006/relationships/image" Target="../media/image1.png"/><Relationship Id="rId3" Type="http://schemas.openxmlformats.org/officeDocument/2006/relationships/tags" Target="../tags/tag453.xml"/><Relationship Id="rId7" Type="http://schemas.openxmlformats.org/officeDocument/2006/relationships/tags" Target="../tags/tag457.xml"/><Relationship Id="rId12" Type="http://schemas.openxmlformats.org/officeDocument/2006/relationships/tags" Target="../tags/tag462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452.xml"/><Relationship Id="rId16" Type="http://schemas.openxmlformats.org/officeDocument/2006/relationships/tags" Target="../tags/tag466.xml"/><Relationship Id="rId1" Type="http://schemas.openxmlformats.org/officeDocument/2006/relationships/tags" Target="../tags/tag451.xml"/><Relationship Id="rId6" Type="http://schemas.openxmlformats.org/officeDocument/2006/relationships/tags" Target="../tags/tag456.xml"/><Relationship Id="rId11" Type="http://schemas.openxmlformats.org/officeDocument/2006/relationships/tags" Target="../tags/tag461.xml"/><Relationship Id="rId5" Type="http://schemas.openxmlformats.org/officeDocument/2006/relationships/tags" Target="../tags/tag455.xml"/><Relationship Id="rId15" Type="http://schemas.openxmlformats.org/officeDocument/2006/relationships/tags" Target="../tags/tag465.xml"/><Relationship Id="rId10" Type="http://schemas.openxmlformats.org/officeDocument/2006/relationships/tags" Target="../tags/tag460.xml"/><Relationship Id="rId4" Type="http://schemas.openxmlformats.org/officeDocument/2006/relationships/tags" Target="../tags/tag454.xml"/><Relationship Id="rId9" Type="http://schemas.openxmlformats.org/officeDocument/2006/relationships/tags" Target="../tags/tag459.xml"/><Relationship Id="rId14" Type="http://schemas.openxmlformats.org/officeDocument/2006/relationships/tags" Target="../tags/tag46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474.xml"/><Relationship Id="rId13" Type="http://schemas.openxmlformats.org/officeDocument/2006/relationships/tags" Target="../tags/tag479.xml"/><Relationship Id="rId18" Type="http://schemas.openxmlformats.org/officeDocument/2006/relationships/image" Target="../media/image1.png"/><Relationship Id="rId3" Type="http://schemas.openxmlformats.org/officeDocument/2006/relationships/tags" Target="../tags/tag469.xml"/><Relationship Id="rId7" Type="http://schemas.openxmlformats.org/officeDocument/2006/relationships/tags" Target="../tags/tag473.xml"/><Relationship Id="rId12" Type="http://schemas.openxmlformats.org/officeDocument/2006/relationships/tags" Target="../tags/tag478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468.xml"/><Relationship Id="rId16" Type="http://schemas.openxmlformats.org/officeDocument/2006/relationships/tags" Target="../tags/tag482.xml"/><Relationship Id="rId1" Type="http://schemas.openxmlformats.org/officeDocument/2006/relationships/tags" Target="../tags/tag467.xml"/><Relationship Id="rId6" Type="http://schemas.openxmlformats.org/officeDocument/2006/relationships/tags" Target="../tags/tag472.xml"/><Relationship Id="rId11" Type="http://schemas.openxmlformats.org/officeDocument/2006/relationships/tags" Target="../tags/tag477.xml"/><Relationship Id="rId5" Type="http://schemas.openxmlformats.org/officeDocument/2006/relationships/tags" Target="../tags/tag471.xml"/><Relationship Id="rId15" Type="http://schemas.openxmlformats.org/officeDocument/2006/relationships/tags" Target="../tags/tag481.xml"/><Relationship Id="rId10" Type="http://schemas.openxmlformats.org/officeDocument/2006/relationships/tags" Target="../tags/tag476.xml"/><Relationship Id="rId4" Type="http://schemas.openxmlformats.org/officeDocument/2006/relationships/tags" Target="../tags/tag470.xml"/><Relationship Id="rId9" Type="http://schemas.openxmlformats.org/officeDocument/2006/relationships/tags" Target="../tags/tag475.xml"/><Relationship Id="rId14" Type="http://schemas.openxmlformats.org/officeDocument/2006/relationships/tags" Target="../tags/tag4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B2U5 Vocabulary Test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400">
                <a:solidFill>
                  <a:srgbClr val="000000"/>
                </a:solidFill>
              </a:rPr>
              <a:t>总分</a:t>
            </a:r>
            <a:r>
              <a:rPr lang="en-US" altLang="zh-CN" sz="2400">
                <a:solidFill>
                  <a:srgbClr val="000000"/>
                </a:solidFill>
              </a:rPr>
              <a:t>: 30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54635" y="817255"/>
            <a:ext cx="4911254" cy="24929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 The municipal government must carefully _______ its limited resources to ensure that essential public services remain fully operational throughout the fiscal year.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142748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bargain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1143000" y="5040630"/>
            <a:ext cx="1535494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budget</a:t>
            </a: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1559243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browser</a:t>
            </a: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</a:p>
        </p:txBody>
      </p:sp>
      <p:sp>
        <p:nvSpPr>
          <p:cNvPr id="17" name="文本框 16"/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145923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bucket</a:t>
            </a: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571500" y="724922"/>
            <a:ext cx="4509547" cy="2677656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 The young artist continues to _______ conventional artistic norms by creating controversial works that challenge established aesthetic standards and social expectations.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155448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define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143000" y="5040630"/>
            <a:ext cx="1057593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delay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143000" y="6185535"/>
            <a:ext cx="112426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defy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1143000" y="7328535"/>
            <a:ext cx="13957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defend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571500" y="1017905"/>
            <a:ext cx="4832985" cy="20916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 She faced a ______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whether to accept the low-paid job with better development or the high-paid one with more pressure.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143000" y="3899535"/>
            <a:ext cx="181006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obstabcle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143000" y="5042535"/>
            <a:ext cx="1656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dilemma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143000" y="6185535"/>
            <a:ext cx="137560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debate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356168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deliberate</a:t>
            </a: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571500" y="1017905"/>
            <a:ext cx="4710430" cy="20916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4.The city’s cultural life is ______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with various festivals, art exhibitions and music performances held all year round.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180467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adverse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143000" y="5042535"/>
            <a:ext cx="140557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diverse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1415288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delicate</a:t>
            </a: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1143000" y="7328535"/>
            <a:ext cx="139261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precise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571500" y="817880"/>
            <a:ext cx="4572000" cy="249174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5. Companies are eager to build brand _____ in their customers, which involves ensuring their repeat purchases of the same brand.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1608455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luxury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143000" y="5040630"/>
            <a:ext cx="2094675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liberty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143000" y="6185535"/>
            <a:ext cx="13195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loyalty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52603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curiosity</a:t>
            </a: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90500" y="918210"/>
            <a:ext cx="5135880" cy="23850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6.As a shrewd politician with decades of experience, he knows how to effectively _____ public opinion and sway the masses for his own benefit.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1615948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reveal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143000" y="5040630"/>
            <a:ext cx="226568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manufacture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1930718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modify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266125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manipulate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571500" y="1017310"/>
            <a:ext cx="4937125" cy="209288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7. Being a judge for the speech contest, her main ______ is to be fair and impartial when scoring the students’ performance.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1879918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objection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143000" y="5040630"/>
            <a:ext cx="2013585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obligation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143000" y="6185535"/>
            <a:ext cx="171113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objective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277745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observation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571500" y="1017905"/>
            <a:ext cx="4572000" cy="20916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8. From my ______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we should focus on improving the quality of the course rather than just increasing the class hours.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143000" y="3897154"/>
            <a:ext cx="2668905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perception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143000" y="5042535"/>
            <a:ext cx="209137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perspective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1932305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permission</a:t>
            </a: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23901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possession</a:t>
            </a: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571500" y="909588"/>
            <a:ext cx="4878705" cy="230832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9. The new mayor promised to _______ the city's chronic traffic congestion by implementing comprehensive public transportation reforms and strict vehicle restrictions.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139420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target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143000" y="5040630"/>
            <a:ext cx="1999615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transform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164719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tolerate</a:t>
            </a: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1143000" y="7328535"/>
            <a:ext cx="12052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tackle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571500" y="617201"/>
            <a:ext cx="4877435" cy="28931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10. Foreign forces were accused of attempting to _______ the sovereign nation's territory without declaring war or obtaining official permission from the international community.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1713865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invade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010285" y="5040630"/>
            <a:ext cx="263906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intrude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405511" y="499681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171450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invest</a:t>
            </a: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09423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investigate</a:t>
            </a: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571500" y="817254"/>
            <a:ext cx="4921250" cy="24929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11. All manufacturing operations have been temporarily ___________ at the assembly plant while rigorous safety checks are carried out to prevent worker injuries.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185928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survived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143000" y="5040630"/>
            <a:ext cx="180848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stocked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1858645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supplied</a:t>
            </a: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192913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suspended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571500" y="817256"/>
            <a:ext cx="4572000" cy="24929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12. The independent investigation was ______ by the loss of all crucial documentation and vital evidence regarding the case.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1932305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proposed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143000" y="5040630"/>
            <a:ext cx="249809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highlighted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1713865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hindered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1835785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honored</a:t>
            </a: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571500" y="1217930"/>
            <a:ext cx="4497515" cy="169164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13.Before making the final decision, you’d better ______ a professional to get some useful advice.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143000" y="3899535"/>
            <a:ext cx="15608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conduct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143000" y="5040630"/>
            <a:ext cx="2028825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consume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143000" y="6185535"/>
            <a:ext cx="14243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consult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1515745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confirm</a:t>
            </a: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571500" y="817255"/>
            <a:ext cx="4683760" cy="24929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14. The sudden explosion caused the crowded square to _______ immediately, with people running in all directions to escape the potential danger and debris.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22605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secure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143000" y="5042535"/>
            <a:ext cx="172961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scatter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1578293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select</a:t>
            </a: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41935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spatter</a:t>
            </a: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571500" y="817255"/>
            <a:ext cx="4683760" cy="24929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15. Desperate to join the army, she ________ herself as a bearded young man by cutting her hair so she could fight on the battlefield.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22605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disgusted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143000" y="5040630"/>
            <a:ext cx="1729613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disguised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247142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disposed</a:t>
            </a: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41935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devised</a:t>
            </a: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C8E63-6B14-5003-447F-16D99F50B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0E3FDFEA-2FAB-44EB-C31B-1A29884BEC4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5620" y="994946"/>
            <a:ext cx="4683760" cy="230832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16. Many economists predict that the country will face a severe economic _______ next year as manufacturing output declines and unemployment rates continue to rise steadily.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1AE44A-BFB2-03ED-7B7E-B4A2E6CA25E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22605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concession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E59D04E-7535-1C1E-562D-8DD8A10B0171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4821D1-6299-A4A4-8128-C961F30F3A4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08096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succession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9F52BF3-1F0D-6A5A-A42A-8026F82B0B46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FE36A91-063D-C007-2919-21603244F1F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247142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procession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6CE07A8-C8CE-5EB2-962B-64DFE4274F6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98A4CB9-00F3-0D85-D500-68287922A6A6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41935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recession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A3381CF-CB13-AA38-785B-63B1E0428BA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4281429-C627-DB43-2030-410BE8DC1C8C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358FFFA3-A245-881A-CC95-17A301908F4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26FF4B65-5C5A-8E0E-A946-9D194AFCE10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2F171E64-7727-E49F-C22E-FE3029E32574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9BE021D4-6B9D-88E5-D707-1F804AE1E6B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5A2E5E6-27C8-3378-DA39-6E755D0E246B}"/>
              </a:ext>
            </a:extLst>
          </p:cNvPr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6329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998D6-93A4-9355-251F-EE8D3F2CD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17CEE948-D0AE-9258-62CA-8ED04BEEB52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5620" y="994946"/>
            <a:ext cx="4683760" cy="230832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17. The two countries have decided to _______ diplomatic talks next month after a six-month suspension caused by the ongoing border dispute between neighbors.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E01934-E3FE-6778-207A-571E12EBFF8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22605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presume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4D8FB75-F0C8-6F41-8B52-16E73A36E31C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9692022-E930-0385-F66C-4E36C5E0FB9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08096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assume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A58D247-AD46-F51B-4D90-B3B065AA3AA6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8F98024-6E2F-461A-E8A6-0353F8F115D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247142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consume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290C626-D4E7-21FE-B1AB-CF9C942EA70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737F2B2-5F86-E468-62EA-0351C6F2481C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41935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resume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40E8057-61CC-1C34-5867-D6C504524F4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8DA18EB-41D6-278E-32BB-5FC1E73E033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DA8D9483-7B4F-C0F7-A42E-DC562B4A5875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24F67361-F2C0-DE2C-060C-170C358F035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7101F411-5113-B297-3D11-5A55AB73D58B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D188334D-9D00-D35F-6A79-4B51C45868E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F3DA97C-182E-0AEC-3E7E-490F109D0BAE}"/>
              </a:ext>
            </a:extLst>
          </p:cNvPr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67305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60632-127D-A111-74A6-7733DC250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92E17BC-3AEE-3A35-97AA-B4B2C6A65FB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5620" y="810280"/>
            <a:ext cx="4683760" cy="2677656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18. Parents who adopt a highly _______ approach to child-rearing often allow their children unlimited freedom without setting clear behavioral boundaries or strict rules.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1769FF-A77C-0858-CB1C-F79A4499606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22605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permissible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B03401E-0CDC-EFDD-3745-5A13A18733AC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4CCEC3D-D588-F0AA-4140-E957DDFF30F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08096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permissive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DA201D6-1AB3-C054-67D2-20C0BDAEE604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700D5DA-CE12-7E8A-1B33-D641A5FEB18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247142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submissive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67EF4B1-8104-AFE6-79F5-77E41F13190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30B59DA-95EB-8ADF-C96E-534DB98C061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41935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aggressive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CB897DD-DDB3-F107-D7DB-2DA4B24C5BB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398E6FD-0A6B-900F-4B95-6D446FCC6903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1DA9333D-29C8-10F9-3B11-AB8AF4EE860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934C37D5-D3D5-F4EB-BE5F-95C57FB6261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5EAD119A-A9D8-2950-330A-037AE52ABFF2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CC5A2131-897A-6EBA-DA5D-4D55CC4E3A5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38BB23F-1ABC-4C41-7F66-577892838D2F}"/>
              </a:ext>
            </a:extLst>
          </p:cNvPr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5964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9BA8F-7D63-01C9-BA2C-24FAA16E4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A7CA13B7-52B8-BD80-D54F-C1B74A06914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5620" y="810280"/>
            <a:ext cx="4683760" cy="2677656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19. The new apartment building offers _______ living spaces designed for young professionals who prefer efficiency and convenience over excessive square footage in cities.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E4C2B0-CCD6-B50B-1E8E-5B8EF825282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22605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concise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C49EE9F-0ACF-7417-96D4-851E89B11128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DD7B688-8749-BFA9-140E-13DEF3AD76E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08096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contract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9681F60-22A3-C450-7BD8-367366C90D85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476C8C7-6E4F-3B9B-05CB-68E54442AE9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247142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compact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9E97823-D5B6-A587-CEB1-525AAA1F84F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97AD82-E60E-D6D5-2FBF-41F88E2445C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41935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contact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BBB9A2C-7BCA-A20C-B58C-370FE21CDF2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7A0F539-F6D1-8422-76E5-86D0A40D1F82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9F200AAF-EA92-2457-8CE6-E1ACABD5711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835FD407-5177-ABB4-B523-1B371438E92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0E1D7D5B-BA2E-3405-CAF9-F11D2BB6A253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54E6D3FC-4337-EC90-4EC3-66A5660B30A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8B4B144-9AD9-30A7-6074-ADA7C2C027B5}"/>
              </a:ext>
            </a:extLst>
          </p:cNvPr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86627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858EF-98EC-A591-2AE7-3FCA0D155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D67F11D2-2B88-B0BE-6BF4-64AF3DB912F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5620" y="994946"/>
            <a:ext cx="4683760" cy="230832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20. The environmental group launched a public awareness _______ to encourage local citizens to reduce plastic waste and protect fragile ocean ecosystems.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AE61EE1-BBF4-C46F-6078-9C7A5124858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22605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champagne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8F50367-C565-23D8-8162-3F06DB8A70B9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33D837D-DB29-5DB5-7243-AC9ABCA5D78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08096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champion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780060C-765B-B4D1-9BC7-B1B7410628A8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71BDC19-692C-6EF8-64CD-1F7D8FF789B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247142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campaign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ECF6C2E-4154-0193-1270-9DF5D130C1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D6BFE88-CE40-BEF7-DD5B-8B59AFDB681E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41935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companion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09D8CB0-F5EA-71A0-2FA7-01C6CC82A17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A71DDAF-56A8-8331-C654-23C8A904C68A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A033C605-584C-8521-5A69-4DBEB27F3531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2C2FB64E-1BDF-D223-DFE5-0A22ABF3ACF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8F6AEBCC-02F7-060C-CB18-E0E60CCCE2A7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BA02B099-7CED-3DBA-94BC-F1AF0B39196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D349F67-C43E-2BC3-B86A-4B02EB7C7B42}"/>
              </a:ext>
            </a:extLst>
          </p:cNvPr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82316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AFEE4-C320-9955-635D-28E839644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3A9530F6-4EEA-116F-1637-D94397A8BFF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5620" y="625614"/>
            <a:ext cx="4683760" cy="3046988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21. The central government plans to _______ new environmental regulations next week that will strictly control industrial emissions and promote sustainable development in manufacturing sectors.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C98BCBD-4B59-360F-AF33-C2E4E0502FF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22605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issue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5865C86-78A5-DF2F-E8CD-75E44E63E95A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254E7C7-0130-E983-205C-EF630099DC1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08096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ensure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9A1A701-99C2-53CB-C478-8C6C35969E3A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3F11A7-4A76-174F-F789-34CB6D578E1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247142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assure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A899EAF-E32F-D384-06F5-FDDBAB80A64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D295C1-04D8-A694-E440-DEA1516DD42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41935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pursue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0820000-7DCC-2D8B-849B-CC3ABBAD58B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7057BCC-9F76-12EF-1288-58FAC1A0CF1A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E411EB7E-1B40-E331-7B55-EDB05101CB6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0D143586-509B-3668-074C-6CF6456EA56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4A36A052-E776-AF77-5CDE-3BA4CEF625A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D3C72C77-6AAE-4D2C-0B82-0F7DD4D3D88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021C81C-CFFC-885B-342C-E316D9BFAC21}"/>
              </a:ext>
            </a:extLst>
          </p:cNvPr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9304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7D131-0B67-64DB-45D2-A3E1DCBC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A3953398-69A8-23CF-E039-1D71A4E7378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5620" y="994946"/>
            <a:ext cx="4683760" cy="230832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22. Advanced municipal water purification systems can effectively _______ out harmful contaminants and bacteria before the treated water finally reaches household taps.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DF1B91-01F1-0F93-2ED3-7EB43F670AD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22605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alter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977CFEB-81E9-F7EC-508F-430AA60B3CDA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54D14B6-DF93-6949-2590-F86D1FD4466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08096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filter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72D1BFE-B784-7805-CA3D-C46CFEAE3D25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7C7D82-F846-716C-BE81-9EAC710FDD4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247142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liter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62D31B1-E27E-F003-A370-0FE9F4E4162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2F72DE5-08C6-6112-8389-5EFD9CE9C97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41935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falter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7F86106-1EDA-FF40-5223-DC7621E86B3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05FE82F-24A9-883B-5D86-C4ABD5B49089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337D5DED-264D-2E06-C955-E83CD4C9A91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F2049DC2-C2C0-1135-98A5-999A3E25815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AD90E2AA-ACB7-EA44-3D8C-06ED509A67B5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5ED34DDD-03B0-D2B2-8ACA-9952135DF53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1B4FD4A-16ED-6B8C-00FF-59A8457D1CE3}"/>
              </a:ext>
            </a:extLst>
          </p:cNvPr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224676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4936-344B-A72C-8380-BD5B745C4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F236A81D-846E-54F2-C75B-AC91C7C4BC8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5620" y="994946"/>
            <a:ext cx="4683760" cy="230832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23. The _______ reason for the project failure was poor communication between team members rather than any lack of technical expertise or financial resources.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34C89A-800E-788B-D0CF-810BA417B39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22605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principal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1D5BA70-5254-B0A6-1FF3-DD1A839DA05B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9D5BBD-35CA-F1F9-A272-AE44F5E96AF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08096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disciple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0260457-43FF-B0AE-BCA6-25F63DF2E2D9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A687F50-D0BE-0147-538F-BDF28BF331C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247142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principle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66FAD03-DA85-E964-A606-217AB68C9EC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DB5C0E8-163F-DAF3-54A2-220F13F7683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41935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multiple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275AE32-82D5-7733-CC51-9BB2859FD8F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99DFAEF-FD61-BE86-5AEF-30302ABFF3B9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712A4F86-94A4-2D3C-6C00-5639A960463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0F623D72-76A8-4287-6053-8EB5BF19D29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16363C88-DFFD-0125-76A7-C8E6D732632F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92F32729-F9B3-02EE-3A73-367B9ADBAA7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066B46F-D9DA-C719-CE0D-9E04F9BA8DBF}"/>
              </a:ext>
            </a:extLst>
          </p:cNvPr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70457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39125-6ADD-B7F4-BF01-8E6AE8AC8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2D02B1AE-78D7-8FD4-00A5-41F2CCE5AE5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5620" y="994946"/>
            <a:ext cx="4683760" cy="230832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24. The local authority decided to _______ a heavy tax on luxury goods to increase public revenue and reduce growing social inequality in the region.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03CF21-36B0-C2BB-0450-8B8F0A337E7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22605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propose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8D3B2E9-3346-AA40-4018-32C5142ACE19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943ABFC-9505-C6E7-0239-1D6C757ACF6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08096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dispose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B00C260-DA34-08E6-C914-CF696D993A05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FB8393-E231-08DC-A095-2E72D7DBA36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247142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impose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D317B4F-877C-BE6C-872B-CA45FF472DA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37EFA89-4775-32AB-9BD2-2352B1F4CC8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41935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expose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453D6B9-36D8-CE26-B53F-6AA6A17C290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AF33A06-26E6-10E2-58C5-FA00CACFEAF0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57AE6F69-F785-3703-E48E-AC5FF3ECAB2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AE1172EE-CD4F-999D-BC7C-8A74F627BD3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41705522-2531-EC4F-0985-6C62B65A8FAC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788C5CB0-C653-9316-E2C4-A5C78607C9E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958CC68-ADE3-2B0C-4204-A428FA0C8777}"/>
              </a:ext>
            </a:extLst>
          </p:cNvPr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81209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69F62-FE7D-A180-A6A8-698F6EB4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C76C3F63-C21C-6FCA-129D-DB07A9BE5D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5620" y="625614"/>
            <a:ext cx="4683760" cy="3046988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25. The professor asked students to choose a specific historical event that would _______ the complex relationship between rapid economic development and long-term environmental protection.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219658-4DEC-A510-7760-F506517811F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22605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example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11FC4DD-B106-5DBD-7ED8-E2545D5B22F4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916A08-4C59-848D-A2C7-B712B3808BB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08096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simplify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29C8FE5-D49D-0808-A60B-2C8BE60BFA7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BA11B4E-08F9-78BC-BBF2-A7295BA412C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247142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amplify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E034400-CD4C-81D4-4757-ED0B5E9613A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47F307-5031-7668-8461-A4A2A877348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41935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exemplify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420C75D-CFC8-9439-8CC0-DCBC78E321C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143861A-A35B-3310-0050-C754C92BD5CB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9D434E4E-8FA8-7325-C7F4-9413A5A50F2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8F338CDB-2EC2-19F4-CB32-0E2D48408E7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C9052934-AF9B-3A10-CB26-54470B024994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ED1FE054-C220-E1AA-A01A-EC9B3419E22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D1FB3B3-F812-F8CC-A77E-A1E97EFE3EF2}"/>
              </a:ext>
            </a:extLst>
          </p:cNvPr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1439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87FD9-F7C0-EF08-0684-92208C6AD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24A15FFC-730E-5519-DA10-AEFC1AE8E63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5620" y="994946"/>
            <a:ext cx="4683760" cy="230832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26. Many young professionals today still have the _______ that career success comes easily without years of hard work and persistent effort in competitive fields.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906E14-4DD5-DCB5-CC27-EA6C1682BB0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22605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delusion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AEDE8F5-7343-1475-ADEB-98439C0C9895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56021DB-5529-C6FF-8284-E74C7B651E3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08096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allusion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1EB771E-6EDE-0797-6BD2-27A84A90FC01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37A7E2B-42E1-C864-7625-50DEA2EB71C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247142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conclusion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F04F245-5F74-E446-2402-10D8DA2AB1B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C11E62F-9E80-86C4-2DA0-B119F50162D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41935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illusion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C731357-F812-6021-53AE-20B60FE812A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1B8FD47-C634-BBA6-8611-5699B3CF85BF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AD24A73F-AD13-CC80-C890-4AD30DA3211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A674A400-691E-9031-83BD-66E16DF51A4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40A0053C-FE55-5314-8438-B9B3C894728D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584D1E1A-7EDF-ACF2-7450-A9AB14C82D8D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4C3DCC6-93CF-DA63-E750-A10E57939199}"/>
              </a:ext>
            </a:extLst>
          </p:cNvPr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838115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756B4-F5C0-5D8E-AF9E-B5D7FBC55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CAEA3363-E947-0725-EC30-AC91DCB2E38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5620" y="994946"/>
            <a:ext cx="4683760" cy="230832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27. The doctor prescribed a traditional herbal medicine as an effective _______ for the patient's chronic insomnia and related anxiety disorders affecting daily life.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F6FF57-7E23-6D2F-6480-01B6F65C5A3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22605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mediate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E5B32B2-4B3A-1E60-F5C6-4F3117D3368B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39BDDED-0A7A-D6E7-B0A3-0F78BCC0A14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08096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remedy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773466C-39E8-D8A9-6EF7-4F604652FC73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940FE16-2837-C411-C9A8-58755CA00B4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247142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healing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1029866-98FC-65B2-2FE4-46FF81CB298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E47B0B9-CD0C-0E07-58EF-418B5FC6EA0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41935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recover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1A81DA8-AC6E-B1C6-3D71-6676DAF1637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005050D-0996-DD12-86FF-F68B2ECE0C11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12B5F105-298D-079F-6A62-3D9F73D488DE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DF77E972-F537-81C7-F517-C520EA34760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EEFF5039-300E-DB1C-653D-D924F1D01A73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A6F852F4-0FA4-93EC-67C2-CEDC1078BF8D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1C8C825-BBF7-DE47-2C20-958097709A01}"/>
              </a:ext>
            </a:extLst>
          </p:cNvPr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596738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65260-F465-9183-C0F2-D81E60537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E0B34F50-77BA-B051-7637-2D34870AE8D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5620" y="810280"/>
            <a:ext cx="4683760" cy="2677656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28. After working for the company for ten years, every employee _______ receive a full pension upon retirement according to the new labor contract agreement signed last month.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44F4D5-97D3-EC28-D572-09E159A1F1D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22605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is titled to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F3080A8-C9ED-CDF1-5AD3-8F42F58D5DE6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DA0733-CFA5-87A0-1E08-D1D80F261EB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5"/>
            <a:ext cx="323103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is entitled to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C546A8C-1339-8EF9-EF83-CFCEE2AB8BD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D59AD97-6193-36B9-20CA-5576CD71E87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2999" y="6183154"/>
            <a:ext cx="323103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is subjected to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970201A-F36A-0902-5071-D7E956E611F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4CEAC5-B046-9EC0-16D6-91D9F0A8669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2999" y="7326154"/>
            <a:ext cx="3485561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is committed to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DF392FA-4102-D70E-4CF8-BC37E204555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2D1F25C-DF55-7138-6C2F-E922AF4A48E0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F99E6F43-83BA-66BC-748C-E411A688BFAD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E619262A-EC37-F803-33CA-9161A879162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7CD43BAA-6327-5431-0989-A25D00702B8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8B67FB64-0940-4F7B-14ED-CD4F151760A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B30FDBD-6DE7-C250-F0F7-3B2A720CAA07}"/>
              </a:ext>
            </a:extLst>
          </p:cNvPr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5018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69BBB-07CF-2D2E-971C-418B8AF86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2DD56882-B270-86C3-B5F9-D12ADE49EFB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5620" y="625614"/>
            <a:ext cx="4683760" cy="3046988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29. Despite numerous unexpected challenges and external pressures, the research team managed to _______ and complete the project before the strict deadline imposed by the funding agency.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D866F4-EE24-30FD-1DC9-3D7A0E86473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22605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stay on track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F2C95D4-ADE4-6D1C-40AD-76F2CC189577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4A14075-49FB-CCB1-129B-51BD028E970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5"/>
            <a:ext cx="323103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get on track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86DD110-9BCE-8405-EB66-D4943467C5A0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01348C-CFDC-8E21-6335-6CF700ACF4B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2999" y="6183154"/>
            <a:ext cx="323103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get off track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63894BC-89FB-CF97-CE1A-A60A36B522F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9368A31-C17D-A61A-B30B-44D47D3DE21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649763-5BAB-E880-F622-BF671EF23EE7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206500" y="7334797"/>
            <a:ext cx="323103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lose track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D5A1413-BE22-A6B2-A31E-5D2AAA0DD325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96BB2F29-63C0-1BDF-266A-038CAFF7992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10A72A29-A18B-EB4D-86E7-C7C9328B318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CD2128D9-6471-2D3F-4D3C-A3D9FC68E4E8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82409FCB-3B1E-3B54-62E1-03B9D135465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C27D4F7-6E6F-7089-2609-78F6A6CADEED}"/>
              </a:ext>
            </a:extLst>
          </p:cNvPr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30336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3977B-42E4-B131-1696-C1A11A35B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EB7CB1EB-9A08-257C-0D4B-EB56399E9F6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5620" y="810280"/>
            <a:ext cx="4683760" cy="2677656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30. The lecture was so dense with technical information that many students found it difficult to _______ all the complex theories presented by the professor in a single session.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69298-7BC3-640C-9CC4-396DBA0BD83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22605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take on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5F03CF6-CE57-5DFE-4821-A5E9D0F79DC4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D8FB1D-0616-3D8A-B994-CC9DCFA67AD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5"/>
            <a:ext cx="323103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take up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2FAC03D-F6E6-37E9-1459-80D91EDEC70D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FFAE531-98D8-E83A-2228-56FF5637BFB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2999" y="6183154"/>
            <a:ext cx="323103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take in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182A05B-6646-E8CD-2F2F-E98314033D2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577624A-2782-9186-AB71-A79D76BDA9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C8E8BFF-39F3-144C-C263-E33622B0F4BB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171280" y="7298055"/>
            <a:ext cx="323103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take over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917233-9FBB-96B7-01CD-296FA9C7BEEC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22033DF4-892B-BA29-CEA6-7D486566CFD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CBC10210-3FD2-4D9F-B8FF-2BB342688D3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5157AD49-BB4F-E1E3-40B1-FBECAB8F6FAE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3ED286DD-8FEF-955B-D576-89484585548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B361048-C5E1-6D72-544E-0BC22EC2ED3F}"/>
              </a:ext>
            </a:extLst>
          </p:cNvPr>
          <p:cNvPicPr/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967788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13.2,&quot;left&quot;:42.480000000000004,&quot;top&quot;:304.65,&quot;width&quot;:225.9550393700787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13.2,&quot;left&quot;:42.480000000000004,&quot;top&quot;:304.65,&quot;width&quot;:225.9550393700787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13.2,&quot;left&quot;:42.480000000000004,&quot;top&quot;:304.65,&quot;width&quot;:225.9550393700787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13.2,&quot;left&quot;:42.480000000000004,&quot;top&quot;:304.65,&quot;width&quot;:225.9550393700787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13.2,&quot;left&quot;:42.480000000000004,&quot;top&quot;:304.65,&quot;width&quot;:225.9550393700787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13.2,&quot;left&quot;:42.480000000000004,&quot;top&quot;:304.65,&quot;width&quot;:225.9550393700787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13.2,&quot;left&quot;:42.480000000000004,&quot;top&quot;:304.65,&quot;width&quot;:225.9550393700787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313.2,&quot;left&quot;:42.480000000000004,&quot;top&quot;:304.65,&quot;width&quot;:225.9550393700787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26.86999999999998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26.86999999999998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26.86999999999998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26.86999999999998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26.86999999999998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326.7,&quot;left&quot;:42.480000000000004,&quot;top&quot;:304.65,&quot;width&quot;:226.86999999999998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26.86999999999998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26.86999999999998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57.66999999999996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57.66999999999996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57.66999999999996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326.7,&quot;left&quot;:42.480000000000004,&quot;top&quot;:304.65,&quot;width&quot;:257.66999999999996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57.66999999999996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57.66999999999996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57.66999999999996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57.66999999999996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40.2,&quot;left&quot;:42.480000000000004,&quot;top&quot;:291.15,&quot;width&quot;:199.42000000000002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40.2,&quot;left&quot;:42.480000000000004,&quot;top&quot;:291.15,&quot;width&quot;:199.42000000000002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40.2,&quot;left&quot;:42.480000000000004,&quot;top&quot;:291.15,&quot;width&quot;:199.42000000000002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40.2,&quot;left&quot;:42.480000000000004,&quot;top&quot;:291.15,&quot;width&quot;:199.42000000000002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40.2,&quot;left&quot;:42.480000000000004,&quot;top&quot;:291.15,&quot;width&quot;:199.42000000000002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40.2,&quot;left&quot;:42.480000000000004,&quot;top&quot;:291.15,&quot;width&quot;:199.42000000000002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40.2,&quot;left&quot;:42.480000000000004,&quot;top&quot;:291.15,&quot;width&quot;:199.42000000000002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340.2,&quot;left&quot;:42.480000000000004,&quot;top&quot;:291.15,&quot;width&quot;:199.42000000000002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38.01999999999998}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326.7,&quot;left&quot;:42.480000000000004,&quot;top&quot;:304.65,&quot;width&quot;:238.01999999999998}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38.01999999999998}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38.01999999999998}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38.01999999999998}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326.7,&quot;left&quot;:42.480000000000004,&quot;top&quot;:304.65,&quot;width&quot;:238.01999999999998}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38.01999999999998}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38.01999999999998}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38.01999999999998}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38.01999999999998}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Correc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38.01999999999998}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38.01999999999998}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Correct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38.01999999999998}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Correc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38.01999999999998}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38.01999999999998}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Correc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26.7,&quot;left&quot;:42.480000000000004,&quot;top&quot;:304.65,&quot;width&quot;:238.01999999999998}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Correct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Correct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Correct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Correct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Correct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Correct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Correct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Correct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Correct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Correct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Correct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KSO_WM_DIAGRAM_VIRTUALLY_FRAME" val="{&quot;height&quot;:326.7,&quot;left&quot;:42.480000000000004,&quot;top&quot;:304.65,&quot;width&quot;:238.01999999999998}"/>
  <p:tag name="RAINBULLET" val="Wrong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  <p:tag name="KSO_WM_DIAGRAM_VIRTUALLY_FRAME" val="{&quot;height&quot;:326.7,&quot;left&quot;:42.480000000000004,&quot;top&quot;:304.65,&quot;width&quot;:238.01999999999998}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1196</Words>
  <Application>Microsoft Office PowerPoint</Application>
  <PresentationFormat>全屏显示(16:10)</PresentationFormat>
  <Paragraphs>333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微软雅黑</vt:lpstr>
      <vt:lpstr>Arial</vt:lpstr>
      <vt:lpstr>Times New Roman</vt:lpstr>
      <vt:lpstr>Office 主题​​</vt:lpstr>
      <vt:lpstr>1_Office 主题​​</vt:lpstr>
      <vt:lpstr>B2U5 Vocabulary Test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B2U5 Vocabulary Quiz</dc:title>
  <dc:creator>ASUS</dc:creator>
  <cp:lastModifiedBy>蕊 唐</cp:lastModifiedBy>
  <cp:revision>54</cp:revision>
  <dcterms:created xsi:type="dcterms:W3CDTF">2025-03-14T14:14:00Z</dcterms:created>
  <dcterms:modified xsi:type="dcterms:W3CDTF">2026-03-22T03:03:39Z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28B58AB01ABA48DEBAC394DD576A1F7C_13</vt:lpwstr>
  </property>
</Properties>
</file>